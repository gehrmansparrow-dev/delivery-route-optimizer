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2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2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0DF77-DD67-4824-B577-37D1ADDA44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CE48F29-51AE-49CF-8F4B-EF286DE04185}">
      <dgm:prSet/>
      <dgm:spPr/>
      <dgm:t>
        <a:bodyPr/>
        <a:lstStyle/>
        <a:p>
          <a:r>
            <a:rPr lang="en-US"/>
            <a:t>Traffic congestion</a:t>
          </a:r>
        </a:p>
      </dgm:t>
    </dgm:pt>
    <dgm:pt modelId="{403FE2D4-63FC-44F8-AB71-374F37C22A05}" type="parTrans" cxnId="{58E6FD93-991C-44D4-A37C-0365353739A1}">
      <dgm:prSet/>
      <dgm:spPr/>
      <dgm:t>
        <a:bodyPr/>
        <a:lstStyle/>
        <a:p>
          <a:endParaRPr lang="en-US"/>
        </a:p>
      </dgm:t>
    </dgm:pt>
    <dgm:pt modelId="{311AA5A3-5CEA-4565-BE2E-F581BD2EEF48}" type="sibTrans" cxnId="{58E6FD93-991C-44D4-A37C-0365353739A1}">
      <dgm:prSet/>
      <dgm:spPr/>
      <dgm:t>
        <a:bodyPr/>
        <a:lstStyle/>
        <a:p>
          <a:endParaRPr lang="en-US"/>
        </a:p>
      </dgm:t>
    </dgm:pt>
    <dgm:pt modelId="{2B439971-A9DF-49F9-BEEB-95BCDDCF5FA9}">
      <dgm:prSet/>
      <dgm:spPr/>
      <dgm:t>
        <a:bodyPr/>
        <a:lstStyle/>
        <a:p>
          <a:r>
            <a:rPr lang="en-US"/>
            <a:t>Delivery deadlines</a:t>
          </a:r>
        </a:p>
      </dgm:t>
    </dgm:pt>
    <dgm:pt modelId="{13126F06-72DB-4B2F-9DAC-4F8BF57EDE97}" type="parTrans" cxnId="{FEC62B18-4D2C-44B7-A8F1-37A99F3863D4}">
      <dgm:prSet/>
      <dgm:spPr/>
      <dgm:t>
        <a:bodyPr/>
        <a:lstStyle/>
        <a:p>
          <a:endParaRPr lang="en-US"/>
        </a:p>
      </dgm:t>
    </dgm:pt>
    <dgm:pt modelId="{E7C6EACF-54BA-4C70-A14A-3DB9589FFA59}" type="sibTrans" cxnId="{FEC62B18-4D2C-44B7-A8F1-37A99F3863D4}">
      <dgm:prSet/>
      <dgm:spPr/>
      <dgm:t>
        <a:bodyPr/>
        <a:lstStyle/>
        <a:p>
          <a:endParaRPr lang="en-US"/>
        </a:p>
      </dgm:t>
    </dgm:pt>
    <dgm:pt modelId="{87931CAA-3830-4C6F-BA43-BDF94FCF2C2B}">
      <dgm:prSet/>
      <dgm:spPr/>
      <dgm:t>
        <a:bodyPr/>
        <a:lstStyle/>
        <a:p>
          <a:r>
            <a:rPr lang="en-US"/>
            <a:t>Multiple delivery locations</a:t>
          </a:r>
        </a:p>
      </dgm:t>
    </dgm:pt>
    <dgm:pt modelId="{FEC91426-C9E1-4134-B485-4A4DC24A4CA9}" type="parTrans" cxnId="{EC57105C-BC6C-4C2F-B474-24BC8A900290}">
      <dgm:prSet/>
      <dgm:spPr/>
      <dgm:t>
        <a:bodyPr/>
        <a:lstStyle/>
        <a:p>
          <a:endParaRPr lang="en-US"/>
        </a:p>
      </dgm:t>
    </dgm:pt>
    <dgm:pt modelId="{7EFDAFCE-A98F-4FC5-A43C-2D1DF6526B30}" type="sibTrans" cxnId="{EC57105C-BC6C-4C2F-B474-24BC8A900290}">
      <dgm:prSet/>
      <dgm:spPr/>
      <dgm:t>
        <a:bodyPr/>
        <a:lstStyle/>
        <a:p>
          <a:endParaRPr lang="en-US"/>
        </a:p>
      </dgm:t>
    </dgm:pt>
    <dgm:pt modelId="{67A7B569-8BAD-44AA-8306-AD50D41F5DF6}">
      <dgm:prSet/>
      <dgm:spPr/>
      <dgm:t>
        <a:bodyPr/>
        <a:lstStyle/>
        <a:p>
          <a:r>
            <a:rPr lang="en-US"/>
            <a:t>Vehicle limitations</a:t>
          </a:r>
        </a:p>
      </dgm:t>
    </dgm:pt>
    <dgm:pt modelId="{1E6652BB-164D-4B4F-AD16-2BA55554D2F3}" type="parTrans" cxnId="{946A87AA-1FDE-4633-9B29-97BA86507F98}">
      <dgm:prSet/>
      <dgm:spPr/>
      <dgm:t>
        <a:bodyPr/>
        <a:lstStyle/>
        <a:p>
          <a:endParaRPr lang="en-US"/>
        </a:p>
      </dgm:t>
    </dgm:pt>
    <dgm:pt modelId="{9E815EB4-F99F-4C66-96D8-B0A9B89D201B}" type="sibTrans" cxnId="{946A87AA-1FDE-4633-9B29-97BA86507F98}">
      <dgm:prSet/>
      <dgm:spPr/>
      <dgm:t>
        <a:bodyPr/>
        <a:lstStyle/>
        <a:p>
          <a:endParaRPr lang="en-US"/>
        </a:p>
      </dgm:t>
    </dgm:pt>
    <dgm:pt modelId="{594CE701-9CD1-4CDC-A134-390E275F14EE}">
      <dgm:prSet/>
      <dgm:spPr/>
      <dgm:t>
        <a:bodyPr/>
        <a:lstStyle/>
        <a:p>
          <a:r>
            <a:rPr lang="en-US"/>
            <a:t>Static routing causes delays and inefficiency</a:t>
          </a:r>
        </a:p>
      </dgm:t>
    </dgm:pt>
    <dgm:pt modelId="{719B9DF8-57E6-45D1-86AE-34BF9CFB4BB9}" type="parTrans" cxnId="{6B90D363-3F45-44CE-A228-082FCFDE8025}">
      <dgm:prSet/>
      <dgm:spPr/>
      <dgm:t>
        <a:bodyPr/>
        <a:lstStyle/>
        <a:p>
          <a:endParaRPr lang="en-US"/>
        </a:p>
      </dgm:t>
    </dgm:pt>
    <dgm:pt modelId="{49A18BB2-75E3-4C57-ACA2-BA96E51E017E}" type="sibTrans" cxnId="{6B90D363-3F45-44CE-A228-082FCFDE8025}">
      <dgm:prSet/>
      <dgm:spPr/>
      <dgm:t>
        <a:bodyPr/>
        <a:lstStyle/>
        <a:p>
          <a:endParaRPr lang="en-US"/>
        </a:p>
      </dgm:t>
    </dgm:pt>
    <dgm:pt modelId="{54F52EDC-784F-4656-ADD3-40E60B71BE94}" type="pres">
      <dgm:prSet presAssocID="{1770DF77-DD67-4824-B577-37D1ADDA4417}" presName="root" presStyleCnt="0">
        <dgm:presLayoutVars>
          <dgm:dir/>
          <dgm:resizeHandles val="exact"/>
        </dgm:presLayoutVars>
      </dgm:prSet>
      <dgm:spPr/>
    </dgm:pt>
    <dgm:pt modelId="{2090005F-A711-4F9B-AC3C-3ABEE38AA274}" type="pres">
      <dgm:prSet presAssocID="{ECE48F29-51AE-49CF-8F4B-EF286DE04185}" presName="compNode" presStyleCnt="0"/>
      <dgm:spPr/>
    </dgm:pt>
    <dgm:pt modelId="{3C6214DA-C32D-4CC6-90C3-DBB7BF69C634}" type="pres">
      <dgm:prSet presAssocID="{ECE48F29-51AE-49CF-8F4B-EF286DE04185}" presName="bgRect" presStyleLbl="bgShp" presStyleIdx="0" presStyleCnt="5"/>
      <dgm:spPr/>
    </dgm:pt>
    <dgm:pt modelId="{36531B57-48A0-4093-843B-922453247001}" type="pres">
      <dgm:prSet presAssocID="{ECE48F29-51AE-49CF-8F4B-EF286DE041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rge"/>
        </a:ext>
      </dgm:extLst>
    </dgm:pt>
    <dgm:pt modelId="{75E245AE-5DDE-437D-8865-4B20A66FE853}" type="pres">
      <dgm:prSet presAssocID="{ECE48F29-51AE-49CF-8F4B-EF286DE04185}" presName="spaceRect" presStyleCnt="0"/>
      <dgm:spPr/>
    </dgm:pt>
    <dgm:pt modelId="{8760221F-6106-4799-A984-3498E0D54552}" type="pres">
      <dgm:prSet presAssocID="{ECE48F29-51AE-49CF-8F4B-EF286DE04185}" presName="parTx" presStyleLbl="revTx" presStyleIdx="0" presStyleCnt="5">
        <dgm:presLayoutVars>
          <dgm:chMax val="0"/>
          <dgm:chPref val="0"/>
        </dgm:presLayoutVars>
      </dgm:prSet>
      <dgm:spPr/>
    </dgm:pt>
    <dgm:pt modelId="{A667EC28-1BF6-4098-AA1F-46CF54100F8A}" type="pres">
      <dgm:prSet presAssocID="{311AA5A3-5CEA-4565-BE2E-F581BD2EEF48}" presName="sibTrans" presStyleCnt="0"/>
      <dgm:spPr/>
    </dgm:pt>
    <dgm:pt modelId="{7F0AEBAD-D08E-41E3-B03E-CC14440AD575}" type="pres">
      <dgm:prSet presAssocID="{2B439971-A9DF-49F9-BEEB-95BCDDCF5FA9}" presName="compNode" presStyleCnt="0"/>
      <dgm:spPr/>
    </dgm:pt>
    <dgm:pt modelId="{DCECD8BD-3E6A-4097-A259-E4F00BB2F386}" type="pres">
      <dgm:prSet presAssocID="{2B439971-A9DF-49F9-BEEB-95BCDDCF5FA9}" presName="bgRect" presStyleLbl="bgShp" presStyleIdx="1" presStyleCnt="5"/>
      <dgm:spPr/>
    </dgm:pt>
    <dgm:pt modelId="{71A20779-D9CB-4F0A-897C-912ED226D6FC}" type="pres">
      <dgm:prSet presAssocID="{2B439971-A9DF-49F9-BEEB-95BCDDCF5FA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B9CDE69-A940-4E05-94D2-3FD05DC4606C}" type="pres">
      <dgm:prSet presAssocID="{2B439971-A9DF-49F9-BEEB-95BCDDCF5FA9}" presName="spaceRect" presStyleCnt="0"/>
      <dgm:spPr/>
    </dgm:pt>
    <dgm:pt modelId="{F244B7C6-A954-44DA-8299-492CE8EC51E9}" type="pres">
      <dgm:prSet presAssocID="{2B439971-A9DF-49F9-BEEB-95BCDDCF5FA9}" presName="parTx" presStyleLbl="revTx" presStyleIdx="1" presStyleCnt="5">
        <dgm:presLayoutVars>
          <dgm:chMax val="0"/>
          <dgm:chPref val="0"/>
        </dgm:presLayoutVars>
      </dgm:prSet>
      <dgm:spPr/>
    </dgm:pt>
    <dgm:pt modelId="{1DFA1699-84DC-4230-8214-8E535410751B}" type="pres">
      <dgm:prSet presAssocID="{E7C6EACF-54BA-4C70-A14A-3DB9589FFA59}" presName="sibTrans" presStyleCnt="0"/>
      <dgm:spPr/>
    </dgm:pt>
    <dgm:pt modelId="{09695275-A1BB-44D6-A1B5-08950A386A90}" type="pres">
      <dgm:prSet presAssocID="{87931CAA-3830-4C6F-BA43-BDF94FCF2C2B}" presName="compNode" presStyleCnt="0"/>
      <dgm:spPr/>
    </dgm:pt>
    <dgm:pt modelId="{C4A34708-92D1-4851-B81F-ABE8E6E529F9}" type="pres">
      <dgm:prSet presAssocID="{87931CAA-3830-4C6F-BA43-BDF94FCF2C2B}" presName="bgRect" presStyleLbl="bgShp" presStyleIdx="2" presStyleCnt="5"/>
      <dgm:spPr/>
    </dgm:pt>
    <dgm:pt modelId="{4AC74527-1386-4184-97F9-E53983FA1649}" type="pres">
      <dgm:prSet presAssocID="{87931CAA-3830-4C6F-BA43-BDF94FCF2C2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livery Truck"/>
        </a:ext>
      </dgm:extLst>
    </dgm:pt>
    <dgm:pt modelId="{20E481A0-6195-438C-8290-4951DCA8D41B}" type="pres">
      <dgm:prSet presAssocID="{87931CAA-3830-4C6F-BA43-BDF94FCF2C2B}" presName="spaceRect" presStyleCnt="0"/>
      <dgm:spPr/>
    </dgm:pt>
    <dgm:pt modelId="{6191A0B9-D4C2-4D11-BB0F-2B545763B452}" type="pres">
      <dgm:prSet presAssocID="{87931CAA-3830-4C6F-BA43-BDF94FCF2C2B}" presName="parTx" presStyleLbl="revTx" presStyleIdx="2" presStyleCnt="5">
        <dgm:presLayoutVars>
          <dgm:chMax val="0"/>
          <dgm:chPref val="0"/>
        </dgm:presLayoutVars>
      </dgm:prSet>
      <dgm:spPr/>
    </dgm:pt>
    <dgm:pt modelId="{1AC552A1-473F-4F42-B757-B083FA75E4EC}" type="pres">
      <dgm:prSet presAssocID="{7EFDAFCE-A98F-4FC5-A43C-2D1DF6526B30}" presName="sibTrans" presStyleCnt="0"/>
      <dgm:spPr/>
    </dgm:pt>
    <dgm:pt modelId="{9E2012C6-0B55-40FA-82EF-5C713D1AFD0F}" type="pres">
      <dgm:prSet presAssocID="{67A7B569-8BAD-44AA-8306-AD50D41F5DF6}" presName="compNode" presStyleCnt="0"/>
      <dgm:spPr/>
    </dgm:pt>
    <dgm:pt modelId="{C3C8FA5D-8D40-4D51-BF08-47E5AC885C4D}" type="pres">
      <dgm:prSet presAssocID="{67A7B569-8BAD-44AA-8306-AD50D41F5DF6}" presName="bgRect" presStyleLbl="bgShp" presStyleIdx="3" presStyleCnt="5"/>
      <dgm:spPr/>
    </dgm:pt>
    <dgm:pt modelId="{5F7FD1AE-B397-4FA6-A999-F4109958902D}" type="pres">
      <dgm:prSet presAssocID="{67A7B569-8BAD-44AA-8306-AD50D41F5DF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08B35577-389C-4A1F-A00A-A766D4C378E5}" type="pres">
      <dgm:prSet presAssocID="{67A7B569-8BAD-44AA-8306-AD50D41F5DF6}" presName="spaceRect" presStyleCnt="0"/>
      <dgm:spPr/>
    </dgm:pt>
    <dgm:pt modelId="{FB7E1190-321E-4CD2-9469-17074716C924}" type="pres">
      <dgm:prSet presAssocID="{67A7B569-8BAD-44AA-8306-AD50D41F5DF6}" presName="parTx" presStyleLbl="revTx" presStyleIdx="3" presStyleCnt="5">
        <dgm:presLayoutVars>
          <dgm:chMax val="0"/>
          <dgm:chPref val="0"/>
        </dgm:presLayoutVars>
      </dgm:prSet>
      <dgm:spPr/>
    </dgm:pt>
    <dgm:pt modelId="{97016B79-2A22-4F8F-BB8D-A4F53E33A312}" type="pres">
      <dgm:prSet presAssocID="{9E815EB4-F99F-4C66-96D8-B0A9B89D201B}" presName="sibTrans" presStyleCnt="0"/>
      <dgm:spPr/>
    </dgm:pt>
    <dgm:pt modelId="{C19C19B8-82BC-4D1D-993A-AB092C3EE5C1}" type="pres">
      <dgm:prSet presAssocID="{594CE701-9CD1-4CDC-A134-390E275F14EE}" presName="compNode" presStyleCnt="0"/>
      <dgm:spPr/>
    </dgm:pt>
    <dgm:pt modelId="{8B684A04-3420-40D5-B78D-3E0539E922C7}" type="pres">
      <dgm:prSet presAssocID="{594CE701-9CD1-4CDC-A134-390E275F14EE}" presName="bgRect" presStyleLbl="bgShp" presStyleIdx="4" presStyleCnt="5"/>
      <dgm:spPr/>
    </dgm:pt>
    <dgm:pt modelId="{82CC4EA5-EBDE-42D3-A46E-E039505BB9E1}" type="pres">
      <dgm:prSet presAssocID="{594CE701-9CD1-4CDC-A134-390E275F14E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site"/>
        </a:ext>
      </dgm:extLst>
    </dgm:pt>
    <dgm:pt modelId="{19ED2834-FB24-46F2-9938-7B12256A54EC}" type="pres">
      <dgm:prSet presAssocID="{594CE701-9CD1-4CDC-A134-390E275F14EE}" presName="spaceRect" presStyleCnt="0"/>
      <dgm:spPr/>
    </dgm:pt>
    <dgm:pt modelId="{C5FDE09A-8C3D-4674-8A56-2CCD5A101DC8}" type="pres">
      <dgm:prSet presAssocID="{594CE701-9CD1-4CDC-A134-390E275F14E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EC62B18-4D2C-44B7-A8F1-37A99F3863D4}" srcId="{1770DF77-DD67-4824-B577-37D1ADDA4417}" destId="{2B439971-A9DF-49F9-BEEB-95BCDDCF5FA9}" srcOrd="1" destOrd="0" parTransId="{13126F06-72DB-4B2F-9DAC-4F8BF57EDE97}" sibTransId="{E7C6EACF-54BA-4C70-A14A-3DB9589FFA59}"/>
    <dgm:cxn modelId="{B52ECC1D-E27A-4BAE-9DE5-21F850C2E3B8}" type="presOf" srcId="{2B439971-A9DF-49F9-BEEB-95BCDDCF5FA9}" destId="{F244B7C6-A954-44DA-8299-492CE8EC51E9}" srcOrd="0" destOrd="0" presId="urn:microsoft.com/office/officeart/2018/2/layout/IconVerticalSolidList"/>
    <dgm:cxn modelId="{33F1DF2B-74D5-4710-9EE6-1A082307BADA}" type="presOf" srcId="{67A7B569-8BAD-44AA-8306-AD50D41F5DF6}" destId="{FB7E1190-321E-4CD2-9469-17074716C924}" srcOrd="0" destOrd="0" presId="urn:microsoft.com/office/officeart/2018/2/layout/IconVerticalSolidList"/>
    <dgm:cxn modelId="{EC57105C-BC6C-4C2F-B474-24BC8A900290}" srcId="{1770DF77-DD67-4824-B577-37D1ADDA4417}" destId="{87931CAA-3830-4C6F-BA43-BDF94FCF2C2B}" srcOrd="2" destOrd="0" parTransId="{FEC91426-C9E1-4134-B485-4A4DC24A4CA9}" sibTransId="{7EFDAFCE-A98F-4FC5-A43C-2D1DF6526B30}"/>
    <dgm:cxn modelId="{6B90D363-3F45-44CE-A228-082FCFDE8025}" srcId="{1770DF77-DD67-4824-B577-37D1ADDA4417}" destId="{594CE701-9CD1-4CDC-A134-390E275F14EE}" srcOrd="4" destOrd="0" parTransId="{719B9DF8-57E6-45D1-86AE-34BF9CFB4BB9}" sibTransId="{49A18BB2-75E3-4C57-ACA2-BA96E51E017E}"/>
    <dgm:cxn modelId="{58E6FD93-991C-44D4-A37C-0365353739A1}" srcId="{1770DF77-DD67-4824-B577-37D1ADDA4417}" destId="{ECE48F29-51AE-49CF-8F4B-EF286DE04185}" srcOrd="0" destOrd="0" parTransId="{403FE2D4-63FC-44F8-AB71-374F37C22A05}" sibTransId="{311AA5A3-5CEA-4565-BE2E-F581BD2EEF48}"/>
    <dgm:cxn modelId="{946A87AA-1FDE-4633-9B29-97BA86507F98}" srcId="{1770DF77-DD67-4824-B577-37D1ADDA4417}" destId="{67A7B569-8BAD-44AA-8306-AD50D41F5DF6}" srcOrd="3" destOrd="0" parTransId="{1E6652BB-164D-4B4F-AD16-2BA55554D2F3}" sibTransId="{9E815EB4-F99F-4C66-96D8-B0A9B89D201B}"/>
    <dgm:cxn modelId="{5B7F51B1-FB52-47E7-837C-127E2A4055BE}" type="presOf" srcId="{ECE48F29-51AE-49CF-8F4B-EF286DE04185}" destId="{8760221F-6106-4799-A984-3498E0D54552}" srcOrd="0" destOrd="0" presId="urn:microsoft.com/office/officeart/2018/2/layout/IconVerticalSolidList"/>
    <dgm:cxn modelId="{B06A7CB6-7E80-4557-9079-E341BDB2FD95}" type="presOf" srcId="{1770DF77-DD67-4824-B577-37D1ADDA4417}" destId="{54F52EDC-784F-4656-ADD3-40E60B71BE94}" srcOrd="0" destOrd="0" presId="urn:microsoft.com/office/officeart/2018/2/layout/IconVerticalSolidList"/>
    <dgm:cxn modelId="{50A68DBD-7C07-45FF-B076-B11CF18C601D}" type="presOf" srcId="{594CE701-9CD1-4CDC-A134-390E275F14EE}" destId="{C5FDE09A-8C3D-4674-8A56-2CCD5A101DC8}" srcOrd="0" destOrd="0" presId="urn:microsoft.com/office/officeart/2018/2/layout/IconVerticalSolidList"/>
    <dgm:cxn modelId="{94B0EFD8-4BF6-41F1-8583-FAA56AF90C58}" type="presOf" srcId="{87931CAA-3830-4C6F-BA43-BDF94FCF2C2B}" destId="{6191A0B9-D4C2-4D11-BB0F-2B545763B452}" srcOrd="0" destOrd="0" presId="urn:microsoft.com/office/officeart/2018/2/layout/IconVerticalSolidList"/>
    <dgm:cxn modelId="{E5C41514-A94F-48C9-B98F-ABC76D3D0CE0}" type="presParOf" srcId="{54F52EDC-784F-4656-ADD3-40E60B71BE94}" destId="{2090005F-A711-4F9B-AC3C-3ABEE38AA274}" srcOrd="0" destOrd="0" presId="urn:microsoft.com/office/officeart/2018/2/layout/IconVerticalSolidList"/>
    <dgm:cxn modelId="{901D7BE9-EC1B-4577-B250-BBDEF0854919}" type="presParOf" srcId="{2090005F-A711-4F9B-AC3C-3ABEE38AA274}" destId="{3C6214DA-C32D-4CC6-90C3-DBB7BF69C634}" srcOrd="0" destOrd="0" presId="urn:microsoft.com/office/officeart/2018/2/layout/IconVerticalSolidList"/>
    <dgm:cxn modelId="{E06A215D-A638-4C7A-B178-2B022FF25F11}" type="presParOf" srcId="{2090005F-A711-4F9B-AC3C-3ABEE38AA274}" destId="{36531B57-48A0-4093-843B-922453247001}" srcOrd="1" destOrd="0" presId="urn:microsoft.com/office/officeart/2018/2/layout/IconVerticalSolidList"/>
    <dgm:cxn modelId="{8FC097E5-5170-4A23-AF8D-F39C9F0FECE5}" type="presParOf" srcId="{2090005F-A711-4F9B-AC3C-3ABEE38AA274}" destId="{75E245AE-5DDE-437D-8865-4B20A66FE853}" srcOrd="2" destOrd="0" presId="urn:microsoft.com/office/officeart/2018/2/layout/IconVerticalSolidList"/>
    <dgm:cxn modelId="{DC195EC3-B8EC-4EB4-B79E-A54B37170AC6}" type="presParOf" srcId="{2090005F-A711-4F9B-AC3C-3ABEE38AA274}" destId="{8760221F-6106-4799-A984-3498E0D54552}" srcOrd="3" destOrd="0" presId="urn:microsoft.com/office/officeart/2018/2/layout/IconVerticalSolidList"/>
    <dgm:cxn modelId="{24619A56-FBDF-4E7A-A7D6-257067213247}" type="presParOf" srcId="{54F52EDC-784F-4656-ADD3-40E60B71BE94}" destId="{A667EC28-1BF6-4098-AA1F-46CF54100F8A}" srcOrd="1" destOrd="0" presId="urn:microsoft.com/office/officeart/2018/2/layout/IconVerticalSolidList"/>
    <dgm:cxn modelId="{CAC33B34-FD00-4907-AE4D-7134E5FBA7EA}" type="presParOf" srcId="{54F52EDC-784F-4656-ADD3-40E60B71BE94}" destId="{7F0AEBAD-D08E-41E3-B03E-CC14440AD575}" srcOrd="2" destOrd="0" presId="urn:microsoft.com/office/officeart/2018/2/layout/IconVerticalSolidList"/>
    <dgm:cxn modelId="{B2172FDA-476E-4E33-AD63-112C93C4EB1B}" type="presParOf" srcId="{7F0AEBAD-D08E-41E3-B03E-CC14440AD575}" destId="{DCECD8BD-3E6A-4097-A259-E4F00BB2F386}" srcOrd="0" destOrd="0" presId="urn:microsoft.com/office/officeart/2018/2/layout/IconVerticalSolidList"/>
    <dgm:cxn modelId="{70359394-2424-4CC5-ADF8-5810F70CC017}" type="presParOf" srcId="{7F0AEBAD-D08E-41E3-B03E-CC14440AD575}" destId="{71A20779-D9CB-4F0A-897C-912ED226D6FC}" srcOrd="1" destOrd="0" presId="urn:microsoft.com/office/officeart/2018/2/layout/IconVerticalSolidList"/>
    <dgm:cxn modelId="{5DCF4F83-8C25-419D-B1BA-CC2C8CB2AD53}" type="presParOf" srcId="{7F0AEBAD-D08E-41E3-B03E-CC14440AD575}" destId="{3B9CDE69-A940-4E05-94D2-3FD05DC4606C}" srcOrd="2" destOrd="0" presId="urn:microsoft.com/office/officeart/2018/2/layout/IconVerticalSolidList"/>
    <dgm:cxn modelId="{60950F75-0D71-4098-B99C-265204290B71}" type="presParOf" srcId="{7F0AEBAD-D08E-41E3-B03E-CC14440AD575}" destId="{F244B7C6-A954-44DA-8299-492CE8EC51E9}" srcOrd="3" destOrd="0" presId="urn:microsoft.com/office/officeart/2018/2/layout/IconVerticalSolidList"/>
    <dgm:cxn modelId="{EAFA48AD-E595-4B7F-A8F3-F75715B39DD7}" type="presParOf" srcId="{54F52EDC-784F-4656-ADD3-40E60B71BE94}" destId="{1DFA1699-84DC-4230-8214-8E535410751B}" srcOrd="3" destOrd="0" presId="urn:microsoft.com/office/officeart/2018/2/layout/IconVerticalSolidList"/>
    <dgm:cxn modelId="{0FECA026-7CC2-46E7-BF11-BFAB13231FB6}" type="presParOf" srcId="{54F52EDC-784F-4656-ADD3-40E60B71BE94}" destId="{09695275-A1BB-44D6-A1B5-08950A386A90}" srcOrd="4" destOrd="0" presId="urn:microsoft.com/office/officeart/2018/2/layout/IconVerticalSolidList"/>
    <dgm:cxn modelId="{224AF6CF-AD1C-4F7D-A471-7F377EB199EF}" type="presParOf" srcId="{09695275-A1BB-44D6-A1B5-08950A386A90}" destId="{C4A34708-92D1-4851-B81F-ABE8E6E529F9}" srcOrd="0" destOrd="0" presId="urn:microsoft.com/office/officeart/2018/2/layout/IconVerticalSolidList"/>
    <dgm:cxn modelId="{64510556-A73E-40D1-A236-50E60A2C988A}" type="presParOf" srcId="{09695275-A1BB-44D6-A1B5-08950A386A90}" destId="{4AC74527-1386-4184-97F9-E53983FA1649}" srcOrd="1" destOrd="0" presId="urn:microsoft.com/office/officeart/2018/2/layout/IconVerticalSolidList"/>
    <dgm:cxn modelId="{6A87BDAB-26E0-4C06-8B4E-980ADAB097CB}" type="presParOf" srcId="{09695275-A1BB-44D6-A1B5-08950A386A90}" destId="{20E481A0-6195-438C-8290-4951DCA8D41B}" srcOrd="2" destOrd="0" presId="urn:microsoft.com/office/officeart/2018/2/layout/IconVerticalSolidList"/>
    <dgm:cxn modelId="{126FFEB8-0099-4EAD-9F57-DC85D773D5FD}" type="presParOf" srcId="{09695275-A1BB-44D6-A1B5-08950A386A90}" destId="{6191A0B9-D4C2-4D11-BB0F-2B545763B452}" srcOrd="3" destOrd="0" presId="urn:microsoft.com/office/officeart/2018/2/layout/IconVerticalSolidList"/>
    <dgm:cxn modelId="{739C54D1-A6A1-4123-B2DC-9B8F9EFDBA31}" type="presParOf" srcId="{54F52EDC-784F-4656-ADD3-40E60B71BE94}" destId="{1AC552A1-473F-4F42-B757-B083FA75E4EC}" srcOrd="5" destOrd="0" presId="urn:microsoft.com/office/officeart/2018/2/layout/IconVerticalSolidList"/>
    <dgm:cxn modelId="{CA4E494C-3BCC-4FBE-A45A-4C634167390E}" type="presParOf" srcId="{54F52EDC-784F-4656-ADD3-40E60B71BE94}" destId="{9E2012C6-0B55-40FA-82EF-5C713D1AFD0F}" srcOrd="6" destOrd="0" presId="urn:microsoft.com/office/officeart/2018/2/layout/IconVerticalSolidList"/>
    <dgm:cxn modelId="{A19649D9-19A3-4A49-B63A-CC9F90B42C19}" type="presParOf" srcId="{9E2012C6-0B55-40FA-82EF-5C713D1AFD0F}" destId="{C3C8FA5D-8D40-4D51-BF08-47E5AC885C4D}" srcOrd="0" destOrd="0" presId="urn:microsoft.com/office/officeart/2018/2/layout/IconVerticalSolidList"/>
    <dgm:cxn modelId="{01B5DFCC-86B4-4398-A3B0-A3D7AF02A45B}" type="presParOf" srcId="{9E2012C6-0B55-40FA-82EF-5C713D1AFD0F}" destId="{5F7FD1AE-B397-4FA6-A999-F4109958902D}" srcOrd="1" destOrd="0" presId="urn:microsoft.com/office/officeart/2018/2/layout/IconVerticalSolidList"/>
    <dgm:cxn modelId="{FB08A33D-7ED3-46C7-8314-3985B7CF956C}" type="presParOf" srcId="{9E2012C6-0B55-40FA-82EF-5C713D1AFD0F}" destId="{08B35577-389C-4A1F-A00A-A766D4C378E5}" srcOrd="2" destOrd="0" presId="urn:microsoft.com/office/officeart/2018/2/layout/IconVerticalSolidList"/>
    <dgm:cxn modelId="{5CBF3B5D-0B64-464E-A052-1FD390AE586F}" type="presParOf" srcId="{9E2012C6-0B55-40FA-82EF-5C713D1AFD0F}" destId="{FB7E1190-321E-4CD2-9469-17074716C924}" srcOrd="3" destOrd="0" presId="urn:microsoft.com/office/officeart/2018/2/layout/IconVerticalSolidList"/>
    <dgm:cxn modelId="{91062457-5E50-482D-BB3D-0601429EAFF2}" type="presParOf" srcId="{54F52EDC-784F-4656-ADD3-40E60B71BE94}" destId="{97016B79-2A22-4F8F-BB8D-A4F53E33A312}" srcOrd="7" destOrd="0" presId="urn:microsoft.com/office/officeart/2018/2/layout/IconVerticalSolidList"/>
    <dgm:cxn modelId="{97B9DC4F-3262-4D23-B741-C95C01503905}" type="presParOf" srcId="{54F52EDC-784F-4656-ADD3-40E60B71BE94}" destId="{C19C19B8-82BC-4D1D-993A-AB092C3EE5C1}" srcOrd="8" destOrd="0" presId="urn:microsoft.com/office/officeart/2018/2/layout/IconVerticalSolidList"/>
    <dgm:cxn modelId="{ADAE9806-C80E-4BE8-9F23-B0622F0F15F5}" type="presParOf" srcId="{C19C19B8-82BC-4D1D-993A-AB092C3EE5C1}" destId="{8B684A04-3420-40D5-B78D-3E0539E922C7}" srcOrd="0" destOrd="0" presId="urn:microsoft.com/office/officeart/2018/2/layout/IconVerticalSolidList"/>
    <dgm:cxn modelId="{EBCE279E-0994-469A-9270-059DC47CC1AA}" type="presParOf" srcId="{C19C19B8-82BC-4D1D-993A-AB092C3EE5C1}" destId="{82CC4EA5-EBDE-42D3-A46E-E039505BB9E1}" srcOrd="1" destOrd="0" presId="urn:microsoft.com/office/officeart/2018/2/layout/IconVerticalSolidList"/>
    <dgm:cxn modelId="{D2153056-03C1-4C3F-9DEB-EA7BEEF72FCB}" type="presParOf" srcId="{C19C19B8-82BC-4D1D-993A-AB092C3EE5C1}" destId="{19ED2834-FB24-46F2-9938-7B12256A54EC}" srcOrd="2" destOrd="0" presId="urn:microsoft.com/office/officeart/2018/2/layout/IconVerticalSolidList"/>
    <dgm:cxn modelId="{45217C2F-2EAB-4BB7-97F4-7A02D68E6C9B}" type="presParOf" srcId="{C19C19B8-82BC-4D1D-993A-AB092C3EE5C1}" destId="{C5FDE09A-8C3D-4674-8A56-2CCD5A101D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C70541-4268-440D-B197-EF1A1FAA88D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FDC170-CE25-4322-9840-65B49ADDC7FA}">
      <dgm:prSet/>
      <dgm:spPr/>
      <dgm:t>
        <a:bodyPr/>
        <a:lstStyle/>
        <a:p>
          <a:r>
            <a:rPr lang="en-US"/>
            <a:t>Build</a:t>
          </a:r>
        </a:p>
      </dgm:t>
    </dgm:pt>
    <dgm:pt modelId="{D8F938AB-B7A9-4E5A-B81E-ECD1C1701CC3}" type="parTrans" cxnId="{5BCED1E5-8BD8-483D-8A89-236A55F7CBBC}">
      <dgm:prSet/>
      <dgm:spPr/>
      <dgm:t>
        <a:bodyPr/>
        <a:lstStyle/>
        <a:p>
          <a:endParaRPr lang="en-US"/>
        </a:p>
      </dgm:t>
    </dgm:pt>
    <dgm:pt modelId="{7ABBAE97-EEB0-428E-8170-99E794259288}" type="sibTrans" cxnId="{5BCED1E5-8BD8-483D-8A89-236A55F7CBBC}">
      <dgm:prSet/>
      <dgm:spPr/>
      <dgm:t>
        <a:bodyPr/>
        <a:lstStyle/>
        <a:p>
          <a:endParaRPr lang="en-US"/>
        </a:p>
      </dgm:t>
    </dgm:pt>
    <dgm:pt modelId="{9D957E9D-82B6-490F-846B-1881339946A9}">
      <dgm:prSet/>
      <dgm:spPr/>
      <dgm:t>
        <a:bodyPr/>
        <a:lstStyle/>
        <a:p>
          <a:r>
            <a:rPr lang="en-US"/>
            <a:t>Build real-time delivery optimization</a:t>
          </a:r>
        </a:p>
      </dgm:t>
    </dgm:pt>
    <dgm:pt modelId="{DF556A76-EFF2-4C74-BB5E-004206639C6F}" type="parTrans" cxnId="{959483B8-2C28-436B-A152-70D35892B461}">
      <dgm:prSet/>
      <dgm:spPr/>
      <dgm:t>
        <a:bodyPr/>
        <a:lstStyle/>
        <a:p>
          <a:endParaRPr lang="en-US"/>
        </a:p>
      </dgm:t>
    </dgm:pt>
    <dgm:pt modelId="{524D713C-BAF8-4D9C-BE72-BDA764FF6EB5}" type="sibTrans" cxnId="{959483B8-2C28-436B-A152-70D35892B461}">
      <dgm:prSet/>
      <dgm:spPr/>
      <dgm:t>
        <a:bodyPr/>
        <a:lstStyle/>
        <a:p>
          <a:endParaRPr lang="en-US"/>
        </a:p>
      </dgm:t>
    </dgm:pt>
    <dgm:pt modelId="{35FA08BD-3BB4-4241-9285-E73BE33FDE78}">
      <dgm:prSet/>
      <dgm:spPr/>
      <dgm:t>
        <a:bodyPr/>
        <a:lstStyle/>
        <a:p>
          <a:r>
            <a:rPr lang="en-US"/>
            <a:t>Assign</a:t>
          </a:r>
        </a:p>
      </dgm:t>
    </dgm:pt>
    <dgm:pt modelId="{19CD26D6-33E0-4E90-916B-57E6B7065CAD}" type="parTrans" cxnId="{C89DCE8C-B926-4DA7-B23A-6C1CB9E20812}">
      <dgm:prSet/>
      <dgm:spPr/>
      <dgm:t>
        <a:bodyPr/>
        <a:lstStyle/>
        <a:p>
          <a:endParaRPr lang="en-US"/>
        </a:p>
      </dgm:t>
    </dgm:pt>
    <dgm:pt modelId="{32D12AAE-E165-4414-B442-788F64C8222D}" type="sibTrans" cxnId="{C89DCE8C-B926-4DA7-B23A-6C1CB9E20812}">
      <dgm:prSet/>
      <dgm:spPr/>
      <dgm:t>
        <a:bodyPr/>
        <a:lstStyle/>
        <a:p>
          <a:endParaRPr lang="en-US"/>
        </a:p>
      </dgm:t>
    </dgm:pt>
    <dgm:pt modelId="{3E573736-8523-4554-B610-BAFA6B370960}">
      <dgm:prSet/>
      <dgm:spPr/>
      <dgm:t>
        <a:bodyPr/>
        <a:lstStyle/>
        <a:p>
          <a:r>
            <a:rPr lang="en-US"/>
            <a:t>Assign packages efficiently</a:t>
          </a:r>
        </a:p>
      </dgm:t>
    </dgm:pt>
    <dgm:pt modelId="{5CBFAAC6-C0EB-4B86-8F42-D5BCDAA72EF7}" type="parTrans" cxnId="{DDD8C0A5-5655-4A37-ADF4-868019BF23DD}">
      <dgm:prSet/>
      <dgm:spPr/>
      <dgm:t>
        <a:bodyPr/>
        <a:lstStyle/>
        <a:p>
          <a:endParaRPr lang="en-US"/>
        </a:p>
      </dgm:t>
    </dgm:pt>
    <dgm:pt modelId="{3BE8A8E0-618A-4FE6-831E-9FDCF6C8936B}" type="sibTrans" cxnId="{DDD8C0A5-5655-4A37-ADF4-868019BF23DD}">
      <dgm:prSet/>
      <dgm:spPr/>
      <dgm:t>
        <a:bodyPr/>
        <a:lstStyle/>
        <a:p>
          <a:endParaRPr lang="en-US"/>
        </a:p>
      </dgm:t>
    </dgm:pt>
    <dgm:pt modelId="{B0D1BA6B-1AC7-46BB-9511-48243851ADEC}">
      <dgm:prSet/>
      <dgm:spPr/>
      <dgm:t>
        <a:bodyPr/>
        <a:lstStyle/>
        <a:p>
          <a:r>
            <a:rPr lang="en-US"/>
            <a:t>Minimize</a:t>
          </a:r>
        </a:p>
      </dgm:t>
    </dgm:pt>
    <dgm:pt modelId="{F383BC08-7F73-4402-8AEC-82C4AD0BBB4F}" type="parTrans" cxnId="{4A0E7F62-2B90-4B47-BE81-D2FC50055C74}">
      <dgm:prSet/>
      <dgm:spPr/>
      <dgm:t>
        <a:bodyPr/>
        <a:lstStyle/>
        <a:p>
          <a:endParaRPr lang="en-US"/>
        </a:p>
      </dgm:t>
    </dgm:pt>
    <dgm:pt modelId="{D8769598-E21D-46DA-B274-9E2A3860CDE0}" type="sibTrans" cxnId="{4A0E7F62-2B90-4B47-BE81-D2FC50055C74}">
      <dgm:prSet/>
      <dgm:spPr/>
      <dgm:t>
        <a:bodyPr/>
        <a:lstStyle/>
        <a:p>
          <a:endParaRPr lang="en-US"/>
        </a:p>
      </dgm:t>
    </dgm:pt>
    <dgm:pt modelId="{74220901-02B0-4396-AE7E-5932BCA02760}">
      <dgm:prSet/>
      <dgm:spPr/>
      <dgm:t>
        <a:bodyPr/>
        <a:lstStyle/>
        <a:p>
          <a:r>
            <a:rPr lang="en-US"/>
            <a:t>Minimize travel time</a:t>
          </a:r>
        </a:p>
      </dgm:t>
    </dgm:pt>
    <dgm:pt modelId="{DF74CCCE-D925-4819-A88F-44A0723E5D14}" type="parTrans" cxnId="{07669CB0-C299-493D-A6B4-E16D4E8BFFFA}">
      <dgm:prSet/>
      <dgm:spPr/>
      <dgm:t>
        <a:bodyPr/>
        <a:lstStyle/>
        <a:p>
          <a:endParaRPr lang="en-US"/>
        </a:p>
      </dgm:t>
    </dgm:pt>
    <dgm:pt modelId="{1FA13BA6-75BD-4CF8-844B-86743979022A}" type="sibTrans" cxnId="{07669CB0-C299-493D-A6B4-E16D4E8BFFFA}">
      <dgm:prSet/>
      <dgm:spPr/>
      <dgm:t>
        <a:bodyPr/>
        <a:lstStyle/>
        <a:p>
          <a:endParaRPr lang="en-US"/>
        </a:p>
      </dgm:t>
    </dgm:pt>
    <dgm:pt modelId="{56AB0B83-9952-49D0-9AF7-D620C1C9BB18}">
      <dgm:prSet/>
      <dgm:spPr/>
      <dgm:t>
        <a:bodyPr/>
        <a:lstStyle/>
        <a:p>
          <a:r>
            <a:rPr lang="en-US"/>
            <a:t>Prioritize</a:t>
          </a:r>
        </a:p>
      </dgm:t>
    </dgm:pt>
    <dgm:pt modelId="{543A089E-A2AA-4D1D-A5BA-6FB6A78B9475}" type="parTrans" cxnId="{E5544C26-EA5E-4C1F-86C5-BE0793AFFD15}">
      <dgm:prSet/>
      <dgm:spPr/>
      <dgm:t>
        <a:bodyPr/>
        <a:lstStyle/>
        <a:p>
          <a:endParaRPr lang="en-US"/>
        </a:p>
      </dgm:t>
    </dgm:pt>
    <dgm:pt modelId="{5072F40B-E94F-416E-A675-3617D278BFB8}" type="sibTrans" cxnId="{E5544C26-EA5E-4C1F-86C5-BE0793AFFD15}">
      <dgm:prSet/>
      <dgm:spPr/>
      <dgm:t>
        <a:bodyPr/>
        <a:lstStyle/>
        <a:p>
          <a:endParaRPr lang="en-US"/>
        </a:p>
      </dgm:t>
    </dgm:pt>
    <dgm:pt modelId="{E8AD933B-962C-4E4D-9BB8-4C5037497884}">
      <dgm:prSet/>
      <dgm:spPr/>
      <dgm:t>
        <a:bodyPr/>
        <a:lstStyle/>
        <a:p>
          <a:r>
            <a:rPr lang="en-US"/>
            <a:t>Prioritize urgent deliveries</a:t>
          </a:r>
        </a:p>
      </dgm:t>
    </dgm:pt>
    <dgm:pt modelId="{64C37EF5-A538-4762-B0A4-FAA5BBAF89A4}" type="parTrans" cxnId="{B415B0F0-C33A-401F-90C0-9C12660E77E2}">
      <dgm:prSet/>
      <dgm:spPr/>
      <dgm:t>
        <a:bodyPr/>
        <a:lstStyle/>
        <a:p>
          <a:endParaRPr lang="en-US"/>
        </a:p>
      </dgm:t>
    </dgm:pt>
    <dgm:pt modelId="{C8010693-ADBA-4A11-ACE0-18D8A5DBF572}" type="sibTrans" cxnId="{B415B0F0-C33A-401F-90C0-9C12660E77E2}">
      <dgm:prSet/>
      <dgm:spPr/>
      <dgm:t>
        <a:bodyPr/>
        <a:lstStyle/>
        <a:p>
          <a:endParaRPr lang="en-US"/>
        </a:p>
      </dgm:t>
    </dgm:pt>
    <dgm:pt modelId="{92956F2E-6AC7-465F-A778-C2E0D8757C31}" type="pres">
      <dgm:prSet presAssocID="{1DC70541-4268-440D-B197-EF1A1FAA88DA}" presName="Name0" presStyleCnt="0">
        <dgm:presLayoutVars>
          <dgm:dir/>
          <dgm:animLvl val="lvl"/>
          <dgm:resizeHandles val="exact"/>
        </dgm:presLayoutVars>
      </dgm:prSet>
      <dgm:spPr/>
    </dgm:pt>
    <dgm:pt modelId="{4DA827F8-41B2-4C83-8390-311EB62451CC}" type="pres">
      <dgm:prSet presAssocID="{56AB0B83-9952-49D0-9AF7-D620C1C9BB18}" presName="boxAndChildren" presStyleCnt="0"/>
      <dgm:spPr/>
    </dgm:pt>
    <dgm:pt modelId="{7FC2F18D-32B1-4EA3-AFE0-CB9E236B1261}" type="pres">
      <dgm:prSet presAssocID="{56AB0B83-9952-49D0-9AF7-D620C1C9BB18}" presName="parentTextBox" presStyleLbl="alignNode1" presStyleIdx="0" presStyleCnt="4"/>
      <dgm:spPr/>
    </dgm:pt>
    <dgm:pt modelId="{3007E6B0-F126-43DC-9014-F185BB437EEE}" type="pres">
      <dgm:prSet presAssocID="{56AB0B83-9952-49D0-9AF7-D620C1C9BB18}" presName="descendantBox" presStyleLbl="bgAccFollowNode1" presStyleIdx="0" presStyleCnt="4"/>
      <dgm:spPr/>
    </dgm:pt>
    <dgm:pt modelId="{E0597822-7DF1-4B16-8DD3-A19E580692D8}" type="pres">
      <dgm:prSet presAssocID="{D8769598-E21D-46DA-B274-9E2A3860CDE0}" presName="sp" presStyleCnt="0"/>
      <dgm:spPr/>
    </dgm:pt>
    <dgm:pt modelId="{E5775670-4CDA-4D89-8710-D6ADC3750772}" type="pres">
      <dgm:prSet presAssocID="{B0D1BA6B-1AC7-46BB-9511-48243851ADEC}" presName="arrowAndChildren" presStyleCnt="0"/>
      <dgm:spPr/>
    </dgm:pt>
    <dgm:pt modelId="{941E7F0D-BF19-4053-984C-AB2A00F539E1}" type="pres">
      <dgm:prSet presAssocID="{B0D1BA6B-1AC7-46BB-9511-48243851ADEC}" presName="parentTextArrow" presStyleLbl="node1" presStyleIdx="0" presStyleCnt="0"/>
      <dgm:spPr/>
    </dgm:pt>
    <dgm:pt modelId="{B5C50BE0-CE3F-4268-86A7-A2F22EB2A800}" type="pres">
      <dgm:prSet presAssocID="{B0D1BA6B-1AC7-46BB-9511-48243851ADEC}" presName="arrow" presStyleLbl="alignNode1" presStyleIdx="1" presStyleCnt="4"/>
      <dgm:spPr/>
    </dgm:pt>
    <dgm:pt modelId="{76210BD3-6CCF-4744-9ACF-48EB8C514E7A}" type="pres">
      <dgm:prSet presAssocID="{B0D1BA6B-1AC7-46BB-9511-48243851ADEC}" presName="descendantArrow" presStyleLbl="bgAccFollowNode1" presStyleIdx="1" presStyleCnt="4"/>
      <dgm:spPr/>
    </dgm:pt>
    <dgm:pt modelId="{84D9208D-F14B-42AF-BAFB-BC32F3C929E8}" type="pres">
      <dgm:prSet presAssocID="{32D12AAE-E165-4414-B442-788F64C8222D}" presName="sp" presStyleCnt="0"/>
      <dgm:spPr/>
    </dgm:pt>
    <dgm:pt modelId="{96927444-EB58-4A1C-B8DE-99533502D290}" type="pres">
      <dgm:prSet presAssocID="{35FA08BD-3BB4-4241-9285-E73BE33FDE78}" presName="arrowAndChildren" presStyleCnt="0"/>
      <dgm:spPr/>
    </dgm:pt>
    <dgm:pt modelId="{616D31AC-E3FB-4D9C-AC79-8D67AC99807F}" type="pres">
      <dgm:prSet presAssocID="{35FA08BD-3BB4-4241-9285-E73BE33FDE78}" presName="parentTextArrow" presStyleLbl="node1" presStyleIdx="0" presStyleCnt="0"/>
      <dgm:spPr/>
    </dgm:pt>
    <dgm:pt modelId="{D2C10EAC-C2B6-435A-8B7C-CCB2D58EAD82}" type="pres">
      <dgm:prSet presAssocID="{35FA08BD-3BB4-4241-9285-E73BE33FDE78}" presName="arrow" presStyleLbl="alignNode1" presStyleIdx="2" presStyleCnt="4"/>
      <dgm:spPr/>
    </dgm:pt>
    <dgm:pt modelId="{255E7046-4A7B-479E-ABC7-523B865F205E}" type="pres">
      <dgm:prSet presAssocID="{35FA08BD-3BB4-4241-9285-E73BE33FDE78}" presName="descendantArrow" presStyleLbl="bgAccFollowNode1" presStyleIdx="2" presStyleCnt="4"/>
      <dgm:spPr/>
    </dgm:pt>
    <dgm:pt modelId="{A30F05E0-F25D-4FCF-9DCD-8512E904DD5D}" type="pres">
      <dgm:prSet presAssocID="{7ABBAE97-EEB0-428E-8170-99E794259288}" presName="sp" presStyleCnt="0"/>
      <dgm:spPr/>
    </dgm:pt>
    <dgm:pt modelId="{EAF1874B-1548-464E-BFBB-36E281254146}" type="pres">
      <dgm:prSet presAssocID="{26FDC170-CE25-4322-9840-65B49ADDC7FA}" presName="arrowAndChildren" presStyleCnt="0"/>
      <dgm:spPr/>
    </dgm:pt>
    <dgm:pt modelId="{50A87FEE-F214-4B27-8C51-6CD1AB5E3071}" type="pres">
      <dgm:prSet presAssocID="{26FDC170-CE25-4322-9840-65B49ADDC7FA}" presName="parentTextArrow" presStyleLbl="node1" presStyleIdx="0" presStyleCnt="0"/>
      <dgm:spPr/>
    </dgm:pt>
    <dgm:pt modelId="{C60292AC-25F4-4F1F-9350-727AE1B87F56}" type="pres">
      <dgm:prSet presAssocID="{26FDC170-CE25-4322-9840-65B49ADDC7FA}" presName="arrow" presStyleLbl="alignNode1" presStyleIdx="3" presStyleCnt="4"/>
      <dgm:spPr/>
    </dgm:pt>
    <dgm:pt modelId="{F2C47974-5A75-4650-AE30-124547836654}" type="pres">
      <dgm:prSet presAssocID="{26FDC170-CE25-4322-9840-65B49ADDC7FA}" presName="descendantArrow" presStyleLbl="bgAccFollowNode1" presStyleIdx="3" presStyleCnt="4"/>
      <dgm:spPr/>
    </dgm:pt>
  </dgm:ptLst>
  <dgm:cxnLst>
    <dgm:cxn modelId="{E5544C26-EA5E-4C1F-86C5-BE0793AFFD15}" srcId="{1DC70541-4268-440D-B197-EF1A1FAA88DA}" destId="{56AB0B83-9952-49D0-9AF7-D620C1C9BB18}" srcOrd="3" destOrd="0" parTransId="{543A089E-A2AA-4D1D-A5BA-6FB6A78B9475}" sibTransId="{5072F40B-E94F-416E-A675-3617D278BFB8}"/>
    <dgm:cxn modelId="{C2526929-629B-49D5-A9BD-D83794322539}" type="presOf" srcId="{3E573736-8523-4554-B610-BAFA6B370960}" destId="{255E7046-4A7B-479E-ABC7-523B865F205E}" srcOrd="0" destOrd="0" presId="urn:microsoft.com/office/officeart/2016/7/layout/VerticalDownArrowProcess"/>
    <dgm:cxn modelId="{C525D532-B563-4AB1-81AD-F4D8EEE26212}" type="presOf" srcId="{56AB0B83-9952-49D0-9AF7-D620C1C9BB18}" destId="{7FC2F18D-32B1-4EA3-AFE0-CB9E236B1261}" srcOrd="0" destOrd="0" presId="urn:microsoft.com/office/officeart/2016/7/layout/VerticalDownArrowProcess"/>
    <dgm:cxn modelId="{A6A7553E-5A50-448A-B12F-54F5F48668D7}" type="presOf" srcId="{26FDC170-CE25-4322-9840-65B49ADDC7FA}" destId="{50A87FEE-F214-4B27-8C51-6CD1AB5E3071}" srcOrd="0" destOrd="0" presId="urn:microsoft.com/office/officeart/2016/7/layout/VerticalDownArrowProcess"/>
    <dgm:cxn modelId="{4A0E7F62-2B90-4B47-BE81-D2FC50055C74}" srcId="{1DC70541-4268-440D-B197-EF1A1FAA88DA}" destId="{B0D1BA6B-1AC7-46BB-9511-48243851ADEC}" srcOrd="2" destOrd="0" parTransId="{F383BC08-7F73-4402-8AEC-82C4AD0BBB4F}" sibTransId="{D8769598-E21D-46DA-B274-9E2A3860CDE0}"/>
    <dgm:cxn modelId="{0935074C-6D6E-40F8-A3A9-1AC15A6F1E84}" type="presOf" srcId="{E8AD933B-962C-4E4D-9BB8-4C5037497884}" destId="{3007E6B0-F126-43DC-9014-F185BB437EEE}" srcOrd="0" destOrd="0" presId="urn:microsoft.com/office/officeart/2016/7/layout/VerticalDownArrowProcess"/>
    <dgm:cxn modelId="{51C54A80-EDBC-49DC-BDA7-C7E027BE14EC}" type="presOf" srcId="{74220901-02B0-4396-AE7E-5932BCA02760}" destId="{76210BD3-6CCF-4744-9ACF-48EB8C514E7A}" srcOrd="0" destOrd="0" presId="urn:microsoft.com/office/officeart/2016/7/layout/VerticalDownArrowProcess"/>
    <dgm:cxn modelId="{C89DCE8C-B926-4DA7-B23A-6C1CB9E20812}" srcId="{1DC70541-4268-440D-B197-EF1A1FAA88DA}" destId="{35FA08BD-3BB4-4241-9285-E73BE33FDE78}" srcOrd="1" destOrd="0" parTransId="{19CD26D6-33E0-4E90-916B-57E6B7065CAD}" sibTransId="{32D12AAE-E165-4414-B442-788F64C8222D}"/>
    <dgm:cxn modelId="{74CAF396-E612-4DE4-83AA-308F657687C6}" type="presOf" srcId="{1DC70541-4268-440D-B197-EF1A1FAA88DA}" destId="{92956F2E-6AC7-465F-A778-C2E0D8757C31}" srcOrd="0" destOrd="0" presId="urn:microsoft.com/office/officeart/2016/7/layout/VerticalDownArrowProcess"/>
    <dgm:cxn modelId="{DDD8C0A5-5655-4A37-ADF4-868019BF23DD}" srcId="{35FA08BD-3BB4-4241-9285-E73BE33FDE78}" destId="{3E573736-8523-4554-B610-BAFA6B370960}" srcOrd="0" destOrd="0" parTransId="{5CBFAAC6-C0EB-4B86-8F42-D5BCDAA72EF7}" sibTransId="{3BE8A8E0-618A-4FE6-831E-9FDCF6C8936B}"/>
    <dgm:cxn modelId="{07669CB0-C299-493D-A6B4-E16D4E8BFFFA}" srcId="{B0D1BA6B-1AC7-46BB-9511-48243851ADEC}" destId="{74220901-02B0-4396-AE7E-5932BCA02760}" srcOrd="0" destOrd="0" parTransId="{DF74CCCE-D925-4819-A88F-44A0723E5D14}" sibTransId="{1FA13BA6-75BD-4CF8-844B-86743979022A}"/>
    <dgm:cxn modelId="{959483B8-2C28-436B-A152-70D35892B461}" srcId="{26FDC170-CE25-4322-9840-65B49ADDC7FA}" destId="{9D957E9D-82B6-490F-846B-1881339946A9}" srcOrd="0" destOrd="0" parTransId="{DF556A76-EFF2-4C74-BB5E-004206639C6F}" sibTransId="{524D713C-BAF8-4D9C-BE72-BDA764FF6EB5}"/>
    <dgm:cxn modelId="{438230B9-FB2B-4F54-850F-4525B276428C}" type="presOf" srcId="{9D957E9D-82B6-490F-846B-1881339946A9}" destId="{F2C47974-5A75-4650-AE30-124547836654}" srcOrd="0" destOrd="0" presId="urn:microsoft.com/office/officeart/2016/7/layout/VerticalDownArrowProcess"/>
    <dgm:cxn modelId="{B464D6B9-F526-434B-8E4F-6E3AB0DE6B41}" type="presOf" srcId="{35FA08BD-3BB4-4241-9285-E73BE33FDE78}" destId="{D2C10EAC-C2B6-435A-8B7C-CCB2D58EAD82}" srcOrd="1" destOrd="0" presId="urn:microsoft.com/office/officeart/2016/7/layout/VerticalDownArrowProcess"/>
    <dgm:cxn modelId="{5B31BEC1-5F57-47BD-82E9-1672A1774339}" type="presOf" srcId="{B0D1BA6B-1AC7-46BB-9511-48243851ADEC}" destId="{941E7F0D-BF19-4053-984C-AB2A00F539E1}" srcOrd="0" destOrd="0" presId="urn:microsoft.com/office/officeart/2016/7/layout/VerticalDownArrowProcess"/>
    <dgm:cxn modelId="{1E0E1BE5-3647-4AED-A607-C8F8DE581679}" type="presOf" srcId="{26FDC170-CE25-4322-9840-65B49ADDC7FA}" destId="{C60292AC-25F4-4F1F-9350-727AE1B87F56}" srcOrd="1" destOrd="0" presId="urn:microsoft.com/office/officeart/2016/7/layout/VerticalDownArrowProcess"/>
    <dgm:cxn modelId="{5BCED1E5-8BD8-483D-8A89-236A55F7CBBC}" srcId="{1DC70541-4268-440D-B197-EF1A1FAA88DA}" destId="{26FDC170-CE25-4322-9840-65B49ADDC7FA}" srcOrd="0" destOrd="0" parTransId="{D8F938AB-B7A9-4E5A-B81E-ECD1C1701CC3}" sibTransId="{7ABBAE97-EEB0-428E-8170-99E794259288}"/>
    <dgm:cxn modelId="{15D3BDE7-0D20-4E6D-AC75-1102C5D02A4C}" type="presOf" srcId="{B0D1BA6B-1AC7-46BB-9511-48243851ADEC}" destId="{B5C50BE0-CE3F-4268-86A7-A2F22EB2A800}" srcOrd="1" destOrd="0" presId="urn:microsoft.com/office/officeart/2016/7/layout/VerticalDownArrowProcess"/>
    <dgm:cxn modelId="{B415B0F0-C33A-401F-90C0-9C12660E77E2}" srcId="{56AB0B83-9952-49D0-9AF7-D620C1C9BB18}" destId="{E8AD933B-962C-4E4D-9BB8-4C5037497884}" srcOrd="0" destOrd="0" parTransId="{64C37EF5-A538-4762-B0A4-FAA5BBAF89A4}" sibTransId="{C8010693-ADBA-4A11-ACE0-18D8A5DBF572}"/>
    <dgm:cxn modelId="{98BED1F4-8B43-47BF-AC67-381CE8E86771}" type="presOf" srcId="{35FA08BD-3BB4-4241-9285-E73BE33FDE78}" destId="{616D31AC-E3FB-4D9C-AC79-8D67AC99807F}" srcOrd="0" destOrd="0" presId="urn:microsoft.com/office/officeart/2016/7/layout/VerticalDownArrowProcess"/>
    <dgm:cxn modelId="{1A74963B-CD4C-4EC8-8239-BFCC83FD8B16}" type="presParOf" srcId="{92956F2E-6AC7-465F-A778-C2E0D8757C31}" destId="{4DA827F8-41B2-4C83-8390-311EB62451CC}" srcOrd="0" destOrd="0" presId="urn:microsoft.com/office/officeart/2016/7/layout/VerticalDownArrowProcess"/>
    <dgm:cxn modelId="{F5A51055-293B-4A3E-86B3-4EEC354CE12E}" type="presParOf" srcId="{4DA827F8-41B2-4C83-8390-311EB62451CC}" destId="{7FC2F18D-32B1-4EA3-AFE0-CB9E236B1261}" srcOrd="0" destOrd="0" presId="urn:microsoft.com/office/officeart/2016/7/layout/VerticalDownArrowProcess"/>
    <dgm:cxn modelId="{7813FB09-AC98-4BF7-801E-5A535152AD70}" type="presParOf" srcId="{4DA827F8-41B2-4C83-8390-311EB62451CC}" destId="{3007E6B0-F126-43DC-9014-F185BB437EEE}" srcOrd="1" destOrd="0" presId="urn:microsoft.com/office/officeart/2016/7/layout/VerticalDownArrowProcess"/>
    <dgm:cxn modelId="{27F35DEC-47AC-440A-9FB1-3D469D10D1F6}" type="presParOf" srcId="{92956F2E-6AC7-465F-A778-C2E0D8757C31}" destId="{E0597822-7DF1-4B16-8DD3-A19E580692D8}" srcOrd="1" destOrd="0" presId="urn:microsoft.com/office/officeart/2016/7/layout/VerticalDownArrowProcess"/>
    <dgm:cxn modelId="{668F9D82-9171-4404-8246-19CA93AE9EA9}" type="presParOf" srcId="{92956F2E-6AC7-465F-A778-C2E0D8757C31}" destId="{E5775670-4CDA-4D89-8710-D6ADC3750772}" srcOrd="2" destOrd="0" presId="urn:microsoft.com/office/officeart/2016/7/layout/VerticalDownArrowProcess"/>
    <dgm:cxn modelId="{5832E3E9-3DCB-4121-8C95-E1C931DDA03D}" type="presParOf" srcId="{E5775670-4CDA-4D89-8710-D6ADC3750772}" destId="{941E7F0D-BF19-4053-984C-AB2A00F539E1}" srcOrd="0" destOrd="0" presId="urn:microsoft.com/office/officeart/2016/7/layout/VerticalDownArrowProcess"/>
    <dgm:cxn modelId="{B5D1071F-850A-4658-BBEE-6CBB28AF560E}" type="presParOf" srcId="{E5775670-4CDA-4D89-8710-D6ADC3750772}" destId="{B5C50BE0-CE3F-4268-86A7-A2F22EB2A800}" srcOrd="1" destOrd="0" presId="urn:microsoft.com/office/officeart/2016/7/layout/VerticalDownArrowProcess"/>
    <dgm:cxn modelId="{629915B3-3F7F-4F56-9112-E489B8E4975C}" type="presParOf" srcId="{E5775670-4CDA-4D89-8710-D6ADC3750772}" destId="{76210BD3-6CCF-4744-9ACF-48EB8C514E7A}" srcOrd="2" destOrd="0" presId="urn:microsoft.com/office/officeart/2016/7/layout/VerticalDownArrowProcess"/>
    <dgm:cxn modelId="{3D606740-CB53-48C9-97FC-8E81B671EF03}" type="presParOf" srcId="{92956F2E-6AC7-465F-A778-C2E0D8757C31}" destId="{84D9208D-F14B-42AF-BAFB-BC32F3C929E8}" srcOrd="3" destOrd="0" presId="urn:microsoft.com/office/officeart/2016/7/layout/VerticalDownArrowProcess"/>
    <dgm:cxn modelId="{680BF65D-67C0-4DE5-A47B-73A4D2FC76B7}" type="presParOf" srcId="{92956F2E-6AC7-465F-A778-C2E0D8757C31}" destId="{96927444-EB58-4A1C-B8DE-99533502D290}" srcOrd="4" destOrd="0" presId="urn:microsoft.com/office/officeart/2016/7/layout/VerticalDownArrowProcess"/>
    <dgm:cxn modelId="{897B4968-4EA2-4349-9DE8-B25A71D96C43}" type="presParOf" srcId="{96927444-EB58-4A1C-B8DE-99533502D290}" destId="{616D31AC-E3FB-4D9C-AC79-8D67AC99807F}" srcOrd="0" destOrd="0" presId="urn:microsoft.com/office/officeart/2016/7/layout/VerticalDownArrowProcess"/>
    <dgm:cxn modelId="{6B46823C-EA68-4AFB-884A-62C5A87FCD6F}" type="presParOf" srcId="{96927444-EB58-4A1C-B8DE-99533502D290}" destId="{D2C10EAC-C2B6-435A-8B7C-CCB2D58EAD82}" srcOrd="1" destOrd="0" presId="urn:microsoft.com/office/officeart/2016/7/layout/VerticalDownArrowProcess"/>
    <dgm:cxn modelId="{645104F7-3F3D-4EDF-9B01-950E99B8D2FD}" type="presParOf" srcId="{96927444-EB58-4A1C-B8DE-99533502D290}" destId="{255E7046-4A7B-479E-ABC7-523B865F205E}" srcOrd="2" destOrd="0" presId="urn:microsoft.com/office/officeart/2016/7/layout/VerticalDownArrowProcess"/>
    <dgm:cxn modelId="{C53406E3-547A-4FC7-A649-D1A70C704569}" type="presParOf" srcId="{92956F2E-6AC7-465F-A778-C2E0D8757C31}" destId="{A30F05E0-F25D-4FCF-9DCD-8512E904DD5D}" srcOrd="5" destOrd="0" presId="urn:microsoft.com/office/officeart/2016/7/layout/VerticalDownArrowProcess"/>
    <dgm:cxn modelId="{F3568794-00E2-4AB0-9C60-F57E7D124974}" type="presParOf" srcId="{92956F2E-6AC7-465F-A778-C2E0D8757C31}" destId="{EAF1874B-1548-464E-BFBB-36E281254146}" srcOrd="6" destOrd="0" presId="urn:microsoft.com/office/officeart/2016/7/layout/VerticalDownArrowProcess"/>
    <dgm:cxn modelId="{DC7325DD-6947-4F78-9A57-CDFAD6088459}" type="presParOf" srcId="{EAF1874B-1548-464E-BFBB-36E281254146}" destId="{50A87FEE-F214-4B27-8C51-6CD1AB5E3071}" srcOrd="0" destOrd="0" presId="urn:microsoft.com/office/officeart/2016/7/layout/VerticalDownArrowProcess"/>
    <dgm:cxn modelId="{0340C94E-4A5B-449E-ACA5-DB19105B55AC}" type="presParOf" srcId="{EAF1874B-1548-464E-BFBB-36E281254146}" destId="{C60292AC-25F4-4F1F-9350-727AE1B87F56}" srcOrd="1" destOrd="0" presId="urn:microsoft.com/office/officeart/2016/7/layout/VerticalDownArrowProcess"/>
    <dgm:cxn modelId="{1EB9CE7F-F7A8-4B20-91CA-CF7743BA99D5}" type="presParOf" srcId="{EAF1874B-1548-464E-BFBB-36E281254146}" destId="{F2C47974-5A75-4650-AE30-12454783665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F3EA84-551A-4628-9894-01B28B90467B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04DF7F-318E-41D3-92B4-3CF626A3FC8C}">
      <dgm:prSet/>
      <dgm:spPr/>
      <dgm:t>
        <a:bodyPr/>
        <a:lstStyle/>
        <a:p>
          <a:r>
            <a:rPr lang="en-US"/>
            <a:t>Dynamic route optimization system</a:t>
          </a:r>
        </a:p>
      </dgm:t>
    </dgm:pt>
    <dgm:pt modelId="{2B810116-8FD3-4315-B4A4-A41F1B3516F0}" type="parTrans" cxnId="{BC1505CC-CEDE-43A7-A737-658512162BF8}">
      <dgm:prSet/>
      <dgm:spPr/>
      <dgm:t>
        <a:bodyPr/>
        <a:lstStyle/>
        <a:p>
          <a:endParaRPr lang="en-US"/>
        </a:p>
      </dgm:t>
    </dgm:pt>
    <dgm:pt modelId="{78C5826A-1C7E-49C1-BC08-32897423F5AD}" type="sibTrans" cxnId="{BC1505CC-CEDE-43A7-A737-658512162BF8}">
      <dgm:prSet/>
      <dgm:spPr/>
      <dgm:t>
        <a:bodyPr/>
        <a:lstStyle/>
        <a:p>
          <a:endParaRPr lang="en-US"/>
        </a:p>
      </dgm:t>
    </dgm:pt>
    <dgm:pt modelId="{06478F8A-7B46-47AB-A401-52EF4BF372E9}">
      <dgm:prSet/>
      <dgm:spPr/>
      <dgm:t>
        <a:bodyPr/>
        <a:lstStyle/>
        <a:p>
          <a:r>
            <a:rPr lang="en-US"/>
            <a:t>Uses real-time traffic data</a:t>
          </a:r>
        </a:p>
      </dgm:t>
    </dgm:pt>
    <dgm:pt modelId="{FCCDD402-C369-432F-9546-D4E775E1D726}" type="parTrans" cxnId="{2CA839EC-09F5-4D46-A1EB-9B2F9682E12D}">
      <dgm:prSet/>
      <dgm:spPr/>
      <dgm:t>
        <a:bodyPr/>
        <a:lstStyle/>
        <a:p>
          <a:endParaRPr lang="en-US"/>
        </a:p>
      </dgm:t>
    </dgm:pt>
    <dgm:pt modelId="{3C7C50D2-5670-4BBF-8F93-1C324102719E}" type="sibTrans" cxnId="{2CA839EC-09F5-4D46-A1EB-9B2F9682E12D}">
      <dgm:prSet/>
      <dgm:spPr/>
      <dgm:t>
        <a:bodyPr/>
        <a:lstStyle/>
        <a:p>
          <a:endParaRPr lang="en-US"/>
        </a:p>
      </dgm:t>
    </dgm:pt>
    <dgm:pt modelId="{95B4452D-7252-4A66-812D-3AE403290ADF}">
      <dgm:prSet/>
      <dgm:spPr/>
      <dgm:t>
        <a:bodyPr/>
        <a:lstStyle/>
        <a:p>
          <a:r>
            <a:rPr lang="en-US"/>
            <a:t>Priority-based delivery</a:t>
          </a:r>
        </a:p>
      </dgm:t>
    </dgm:pt>
    <dgm:pt modelId="{7B1218CB-7EE7-4A82-8D76-AE561BA52524}" type="parTrans" cxnId="{ED29B337-6031-4957-B939-A6FA37A42F23}">
      <dgm:prSet/>
      <dgm:spPr/>
      <dgm:t>
        <a:bodyPr/>
        <a:lstStyle/>
        <a:p>
          <a:endParaRPr lang="en-US"/>
        </a:p>
      </dgm:t>
    </dgm:pt>
    <dgm:pt modelId="{9D4FB3CB-5635-45BA-B202-4E56D6EE32E2}" type="sibTrans" cxnId="{ED29B337-6031-4957-B939-A6FA37A42F23}">
      <dgm:prSet/>
      <dgm:spPr/>
      <dgm:t>
        <a:bodyPr/>
        <a:lstStyle/>
        <a:p>
          <a:endParaRPr lang="en-US"/>
        </a:p>
      </dgm:t>
    </dgm:pt>
    <dgm:pt modelId="{F55E1477-4B9B-472B-AB9D-897B9EEC7F39}">
      <dgm:prSet/>
      <dgm:spPr/>
      <dgm:t>
        <a:bodyPr/>
        <a:lstStyle/>
        <a:p>
          <a:r>
            <a:rPr lang="en-US"/>
            <a:t>Optimized routes generation</a:t>
          </a:r>
        </a:p>
      </dgm:t>
    </dgm:pt>
    <dgm:pt modelId="{E369882C-0693-4B72-AE84-27D7152A56D6}" type="parTrans" cxnId="{34C8E3B5-8584-40A1-B088-9ECD2548687B}">
      <dgm:prSet/>
      <dgm:spPr/>
      <dgm:t>
        <a:bodyPr/>
        <a:lstStyle/>
        <a:p>
          <a:endParaRPr lang="en-US"/>
        </a:p>
      </dgm:t>
    </dgm:pt>
    <dgm:pt modelId="{50CA990B-5D01-4246-870B-13572921B428}" type="sibTrans" cxnId="{34C8E3B5-8584-40A1-B088-9ECD2548687B}">
      <dgm:prSet/>
      <dgm:spPr/>
      <dgm:t>
        <a:bodyPr/>
        <a:lstStyle/>
        <a:p>
          <a:endParaRPr lang="en-US"/>
        </a:p>
      </dgm:t>
    </dgm:pt>
    <dgm:pt modelId="{A6303A66-2529-47F3-988D-F0CFCD41DD23}" type="pres">
      <dgm:prSet presAssocID="{74F3EA84-551A-4628-9894-01B28B90467B}" presName="diagram" presStyleCnt="0">
        <dgm:presLayoutVars>
          <dgm:dir/>
          <dgm:resizeHandles val="exact"/>
        </dgm:presLayoutVars>
      </dgm:prSet>
      <dgm:spPr/>
    </dgm:pt>
    <dgm:pt modelId="{84F47730-19BD-4489-A7AF-A8187D5148C3}" type="pres">
      <dgm:prSet presAssocID="{1D04DF7F-318E-41D3-92B4-3CF626A3FC8C}" presName="node" presStyleLbl="node1" presStyleIdx="0" presStyleCnt="4">
        <dgm:presLayoutVars>
          <dgm:bulletEnabled val="1"/>
        </dgm:presLayoutVars>
      </dgm:prSet>
      <dgm:spPr/>
    </dgm:pt>
    <dgm:pt modelId="{CB38A1D6-AAC7-4B96-B251-440A57FFC210}" type="pres">
      <dgm:prSet presAssocID="{78C5826A-1C7E-49C1-BC08-32897423F5AD}" presName="sibTrans" presStyleLbl="sibTrans2D1" presStyleIdx="0" presStyleCnt="3"/>
      <dgm:spPr/>
    </dgm:pt>
    <dgm:pt modelId="{EC919E95-7445-424C-9020-E300D4B1B789}" type="pres">
      <dgm:prSet presAssocID="{78C5826A-1C7E-49C1-BC08-32897423F5AD}" presName="connectorText" presStyleLbl="sibTrans2D1" presStyleIdx="0" presStyleCnt="3"/>
      <dgm:spPr/>
    </dgm:pt>
    <dgm:pt modelId="{36132C14-5BED-44D3-84AF-F103EA12CBD9}" type="pres">
      <dgm:prSet presAssocID="{06478F8A-7B46-47AB-A401-52EF4BF372E9}" presName="node" presStyleLbl="node1" presStyleIdx="1" presStyleCnt="4">
        <dgm:presLayoutVars>
          <dgm:bulletEnabled val="1"/>
        </dgm:presLayoutVars>
      </dgm:prSet>
      <dgm:spPr/>
    </dgm:pt>
    <dgm:pt modelId="{8B730F66-2CBB-415C-ABB1-46B2C3C999B3}" type="pres">
      <dgm:prSet presAssocID="{3C7C50D2-5670-4BBF-8F93-1C324102719E}" presName="sibTrans" presStyleLbl="sibTrans2D1" presStyleIdx="1" presStyleCnt="3"/>
      <dgm:spPr/>
    </dgm:pt>
    <dgm:pt modelId="{29ED982A-80A5-472E-A7D4-FBE8E39D9274}" type="pres">
      <dgm:prSet presAssocID="{3C7C50D2-5670-4BBF-8F93-1C324102719E}" presName="connectorText" presStyleLbl="sibTrans2D1" presStyleIdx="1" presStyleCnt="3"/>
      <dgm:spPr/>
    </dgm:pt>
    <dgm:pt modelId="{0429BE81-2571-4FBA-A091-763C12D48B2F}" type="pres">
      <dgm:prSet presAssocID="{95B4452D-7252-4A66-812D-3AE403290ADF}" presName="node" presStyleLbl="node1" presStyleIdx="2" presStyleCnt="4">
        <dgm:presLayoutVars>
          <dgm:bulletEnabled val="1"/>
        </dgm:presLayoutVars>
      </dgm:prSet>
      <dgm:spPr/>
    </dgm:pt>
    <dgm:pt modelId="{F9282DF6-36D8-473B-9EB5-569012712D21}" type="pres">
      <dgm:prSet presAssocID="{9D4FB3CB-5635-45BA-B202-4E56D6EE32E2}" presName="sibTrans" presStyleLbl="sibTrans2D1" presStyleIdx="2" presStyleCnt="3"/>
      <dgm:spPr/>
    </dgm:pt>
    <dgm:pt modelId="{88E9B887-84BC-4B57-9455-51D6B4BB977F}" type="pres">
      <dgm:prSet presAssocID="{9D4FB3CB-5635-45BA-B202-4E56D6EE32E2}" presName="connectorText" presStyleLbl="sibTrans2D1" presStyleIdx="2" presStyleCnt="3"/>
      <dgm:spPr/>
    </dgm:pt>
    <dgm:pt modelId="{0595893A-3965-4F56-8171-6574BC92D1CF}" type="pres">
      <dgm:prSet presAssocID="{F55E1477-4B9B-472B-AB9D-897B9EEC7F39}" presName="node" presStyleLbl="node1" presStyleIdx="3" presStyleCnt="4">
        <dgm:presLayoutVars>
          <dgm:bulletEnabled val="1"/>
        </dgm:presLayoutVars>
      </dgm:prSet>
      <dgm:spPr/>
    </dgm:pt>
  </dgm:ptLst>
  <dgm:cxnLst>
    <dgm:cxn modelId="{A94C5B16-E538-4AEA-B5C2-3C1C20093B20}" type="presOf" srcId="{78C5826A-1C7E-49C1-BC08-32897423F5AD}" destId="{CB38A1D6-AAC7-4B96-B251-440A57FFC210}" srcOrd="0" destOrd="0" presId="urn:microsoft.com/office/officeart/2005/8/layout/process5"/>
    <dgm:cxn modelId="{BA706833-F976-4E05-B70E-7473EE4F547A}" type="presOf" srcId="{3C7C50D2-5670-4BBF-8F93-1C324102719E}" destId="{29ED982A-80A5-472E-A7D4-FBE8E39D9274}" srcOrd="1" destOrd="0" presId="urn:microsoft.com/office/officeart/2005/8/layout/process5"/>
    <dgm:cxn modelId="{ED29B337-6031-4957-B939-A6FA37A42F23}" srcId="{74F3EA84-551A-4628-9894-01B28B90467B}" destId="{95B4452D-7252-4A66-812D-3AE403290ADF}" srcOrd="2" destOrd="0" parTransId="{7B1218CB-7EE7-4A82-8D76-AE561BA52524}" sibTransId="{9D4FB3CB-5635-45BA-B202-4E56D6EE32E2}"/>
    <dgm:cxn modelId="{2938AA3B-342F-433C-B71B-EF568F915C47}" type="presOf" srcId="{74F3EA84-551A-4628-9894-01B28B90467B}" destId="{A6303A66-2529-47F3-988D-F0CFCD41DD23}" srcOrd="0" destOrd="0" presId="urn:microsoft.com/office/officeart/2005/8/layout/process5"/>
    <dgm:cxn modelId="{CEE2014A-4E54-40E8-B8B3-9DC1EDC52338}" type="presOf" srcId="{F55E1477-4B9B-472B-AB9D-897B9EEC7F39}" destId="{0595893A-3965-4F56-8171-6574BC92D1CF}" srcOrd="0" destOrd="0" presId="urn:microsoft.com/office/officeart/2005/8/layout/process5"/>
    <dgm:cxn modelId="{8818604F-2443-4098-A2CC-BA0C72EE65AB}" type="presOf" srcId="{1D04DF7F-318E-41D3-92B4-3CF626A3FC8C}" destId="{84F47730-19BD-4489-A7AF-A8187D5148C3}" srcOrd="0" destOrd="0" presId="urn:microsoft.com/office/officeart/2005/8/layout/process5"/>
    <dgm:cxn modelId="{D2D378B1-4152-44FF-BBB8-9C2D64D47A21}" type="presOf" srcId="{78C5826A-1C7E-49C1-BC08-32897423F5AD}" destId="{EC919E95-7445-424C-9020-E300D4B1B789}" srcOrd="1" destOrd="0" presId="urn:microsoft.com/office/officeart/2005/8/layout/process5"/>
    <dgm:cxn modelId="{FDBE7CB1-0E5E-421D-BACB-23F9D6B8BAD9}" type="presOf" srcId="{9D4FB3CB-5635-45BA-B202-4E56D6EE32E2}" destId="{F9282DF6-36D8-473B-9EB5-569012712D21}" srcOrd="0" destOrd="0" presId="urn:microsoft.com/office/officeart/2005/8/layout/process5"/>
    <dgm:cxn modelId="{34C8E3B5-8584-40A1-B088-9ECD2548687B}" srcId="{74F3EA84-551A-4628-9894-01B28B90467B}" destId="{F55E1477-4B9B-472B-AB9D-897B9EEC7F39}" srcOrd="3" destOrd="0" parTransId="{E369882C-0693-4B72-AE84-27D7152A56D6}" sibTransId="{50CA990B-5D01-4246-870B-13572921B428}"/>
    <dgm:cxn modelId="{19E30CB6-7D70-4C2A-BAFB-D242EF4FBD59}" type="presOf" srcId="{9D4FB3CB-5635-45BA-B202-4E56D6EE32E2}" destId="{88E9B887-84BC-4B57-9455-51D6B4BB977F}" srcOrd="1" destOrd="0" presId="urn:microsoft.com/office/officeart/2005/8/layout/process5"/>
    <dgm:cxn modelId="{95456DBC-1105-41F3-92B8-B18F6D167300}" type="presOf" srcId="{06478F8A-7B46-47AB-A401-52EF4BF372E9}" destId="{36132C14-5BED-44D3-84AF-F103EA12CBD9}" srcOrd="0" destOrd="0" presId="urn:microsoft.com/office/officeart/2005/8/layout/process5"/>
    <dgm:cxn modelId="{BC1505CC-CEDE-43A7-A737-658512162BF8}" srcId="{74F3EA84-551A-4628-9894-01B28B90467B}" destId="{1D04DF7F-318E-41D3-92B4-3CF626A3FC8C}" srcOrd="0" destOrd="0" parTransId="{2B810116-8FD3-4315-B4A4-A41F1B3516F0}" sibTransId="{78C5826A-1C7E-49C1-BC08-32897423F5AD}"/>
    <dgm:cxn modelId="{90DD51D4-CDC2-4236-BB3C-4FBF16FA23F8}" type="presOf" srcId="{95B4452D-7252-4A66-812D-3AE403290ADF}" destId="{0429BE81-2571-4FBA-A091-763C12D48B2F}" srcOrd="0" destOrd="0" presId="urn:microsoft.com/office/officeart/2005/8/layout/process5"/>
    <dgm:cxn modelId="{74C5BBE4-A7B5-4325-83CB-0A069CD5E4C0}" type="presOf" srcId="{3C7C50D2-5670-4BBF-8F93-1C324102719E}" destId="{8B730F66-2CBB-415C-ABB1-46B2C3C999B3}" srcOrd="0" destOrd="0" presId="urn:microsoft.com/office/officeart/2005/8/layout/process5"/>
    <dgm:cxn modelId="{2CA839EC-09F5-4D46-A1EB-9B2F9682E12D}" srcId="{74F3EA84-551A-4628-9894-01B28B90467B}" destId="{06478F8A-7B46-47AB-A401-52EF4BF372E9}" srcOrd="1" destOrd="0" parTransId="{FCCDD402-C369-432F-9546-D4E775E1D726}" sibTransId="{3C7C50D2-5670-4BBF-8F93-1C324102719E}"/>
    <dgm:cxn modelId="{04E01EF3-6424-4BCA-B8F2-34683DC7469B}" type="presParOf" srcId="{A6303A66-2529-47F3-988D-F0CFCD41DD23}" destId="{84F47730-19BD-4489-A7AF-A8187D5148C3}" srcOrd="0" destOrd="0" presId="urn:microsoft.com/office/officeart/2005/8/layout/process5"/>
    <dgm:cxn modelId="{2DA84EC9-AF25-4B1F-9821-068282474EA0}" type="presParOf" srcId="{A6303A66-2529-47F3-988D-F0CFCD41DD23}" destId="{CB38A1D6-AAC7-4B96-B251-440A57FFC210}" srcOrd="1" destOrd="0" presId="urn:microsoft.com/office/officeart/2005/8/layout/process5"/>
    <dgm:cxn modelId="{22103288-6FF3-4394-88DE-F1F426EC9EDA}" type="presParOf" srcId="{CB38A1D6-AAC7-4B96-B251-440A57FFC210}" destId="{EC919E95-7445-424C-9020-E300D4B1B789}" srcOrd="0" destOrd="0" presId="urn:microsoft.com/office/officeart/2005/8/layout/process5"/>
    <dgm:cxn modelId="{FD4FCCCC-BFB6-433E-88C0-7E77CAD79780}" type="presParOf" srcId="{A6303A66-2529-47F3-988D-F0CFCD41DD23}" destId="{36132C14-5BED-44D3-84AF-F103EA12CBD9}" srcOrd="2" destOrd="0" presId="urn:microsoft.com/office/officeart/2005/8/layout/process5"/>
    <dgm:cxn modelId="{56D7306E-B4B3-4273-8CFC-5A93DEE81051}" type="presParOf" srcId="{A6303A66-2529-47F3-988D-F0CFCD41DD23}" destId="{8B730F66-2CBB-415C-ABB1-46B2C3C999B3}" srcOrd="3" destOrd="0" presId="urn:microsoft.com/office/officeart/2005/8/layout/process5"/>
    <dgm:cxn modelId="{8FE3690C-CD2B-417C-8DFE-319C4532F16C}" type="presParOf" srcId="{8B730F66-2CBB-415C-ABB1-46B2C3C999B3}" destId="{29ED982A-80A5-472E-A7D4-FBE8E39D9274}" srcOrd="0" destOrd="0" presId="urn:microsoft.com/office/officeart/2005/8/layout/process5"/>
    <dgm:cxn modelId="{E12BEB51-160F-4EB4-9BBD-813B70AFFBE5}" type="presParOf" srcId="{A6303A66-2529-47F3-988D-F0CFCD41DD23}" destId="{0429BE81-2571-4FBA-A091-763C12D48B2F}" srcOrd="4" destOrd="0" presId="urn:microsoft.com/office/officeart/2005/8/layout/process5"/>
    <dgm:cxn modelId="{0B250669-CF4B-40B5-A900-F2F9C687062F}" type="presParOf" srcId="{A6303A66-2529-47F3-988D-F0CFCD41DD23}" destId="{F9282DF6-36D8-473B-9EB5-569012712D21}" srcOrd="5" destOrd="0" presId="urn:microsoft.com/office/officeart/2005/8/layout/process5"/>
    <dgm:cxn modelId="{1F2477C6-4051-4297-B933-C97960A31902}" type="presParOf" srcId="{F9282DF6-36D8-473B-9EB5-569012712D21}" destId="{88E9B887-84BC-4B57-9455-51D6B4BB977F}" srcOrd="0" destOrd="0" presId="urn:microsoft.com/office/officeart/2005/8/layout/process5"/>
    <dgm:cxn modelId="{08A56CA8-29A0-4864-88FB-58EB95889319}" type="presParOf" srcId="{A6303A66-2529-47F3-988D-F0CFCD41DD23}" destId="{0595893A-3965-4F56-8171-6574BC92D1CF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BD93D0-CDFD-4B9B-8B77-133E2C581F5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A81924-06BD-451F-8B12-3D977C425952}">
      <dgm:prSet/>
      <dgm:spPr/>
      <dgm:t>
        <a:bodyPr/>
        <a:lstStyle/>
        <a:p>
          <a:r>
            <a:rPr lang="en-US"/>
            <a:t>Express – Urgent</a:t>
          </a:r>
        </a:p>
      </dgm:t>
    </dgm:pt>
    <dgm:pt modelId="{5FEF63CA-12C1-4677-9B17-BD5742A9A626}" type="parTrans" cxnId="{8D3CE2FE-C0B0-4D8B-9D09-87C7E9523E96}">
      <dgm:prSet/>
      <dgm:spPr/>
      <dgm:t>
        <a:bodyPr/>
        <a:lstStyle/>
        <a:p>
          <a:endParaRPr lang="en-US"/>
        </a:p>
      </dgm:t>
    </dgm:pt>
    <dgm:pt modelId="{4A4D58BB-8657-49FF-9C02-012AD82F047D}" type="sibTrans" cxnId="{8D3CE2FE-C0B0-4D8B-9D09-87C7E9523E96}">
      <dgm:prSet/>
      <dgm:spPr/>
      <dgm:t>
        <a:bodyPr/>
        <a:lstStyle/>
        <a:p>
          <a:endParaRPr lang="en-US"/>
        </a:p>
      </dgm:t>
    </dgm:pt>
    <dgm:pt modelId="{CCCE6918-5044-4486-8137-7BA4E3402C45}">
      <dgm:prSet/>
      <dgm:spPr/>
      <dgm:t>
        <a:bodyPr/>
        <a:lstStyle/>
        <a:p>
          <a:r>
            <a:rPr lang="en-US"/>
            <a:t>Standard – Normal</a:t>
          </a:r>
        </a:p>
      </dgm:t>
    </dgm:pt>
    <dgm:pt modelId="{B77C0883-208E-40B3-A6E4-D03F7ED047A4}" type="parTrans" cxnId="{DCD324BD-2DB3-445F-BC0D-762E8497CD02}">
      <dgm:prSet/>
      <dgm:spPr/>
      <dgm:t>
        <a:bodyPr/>
        <a:lstStyle/>
        <a:p>
          <a:endParaRPr lang="en-US"/>
        </a:p>
      </dgm:t>
    </dgm:pt>
    <dgm:pt modelId="{5E62598F-673F-4C85-88F2-4B88EAC66C2C}" type="sibTrans" cxnId="{DCD324BD-2DB3-445F-BC0D-762E8497CD02}">
      <dgm:prSet/>
      <dgm:spPr/>
      <dgm:t>
        <a:bodyPr/>
        <a:lstStyle/>
        <a:p>
          <a:endParaRPr lang="en-US"/>
        </a:p>
      </dgm:t>
    </dgm:pt>
    <dgm:pt modelId="{209D9C29-B2B9-422D-8919-4E72BC3B4B12}">
      <dgm:prSet/>
      <dgm:spPr/>
      <dgm:t>
        <a:bodyPr/>
        <a:lstStyle/>
        <a:p>
          <a:r>
            <a:rPr lang="en-US"/>
            <a:t>Economy – Flexible</a:t>
          </a:r>
        </a:p>
      </dgm:t>
    </dgm:pt>
    <dgm:pt modelId="{A37774F3-3E1A-45B9-BDCC-1846986ADCB9}" type="parTrans" cxnId="{EAC78924-AC56-4CB4-8D97-072A9E6AF7DC}">
      <dgm:prSet/>
      <dgm:spPr/>
      <dgm:t>
        <a:bodyPr/>
        <a:lstStyle/>
        <a:p>
          <a:endParaRPr lang="en-US"/>
        </a:p>
      </dgm:t>
    </dgm:pt>
    <dgm:pt modelId="{4D5F34F6-5590-47EA-A04D-0E6C7AE8C7BA}" type="sibTrans" cxnId="{EAC78924-AC56-4CB4-8D97-072A9E6AF7DC}">
      <dgm:prSet/>
      <dgm:spPr/>
      <dgm:t>
        <a:bodyPr/>
        <a:lstStyle/>
        <a:p>
          <a:endParaRPr lang="en-US"/>
        </a:p>
      </dgm:t>
    </dgm:pt>
    <dgm:pt modelId="{6CC31C69-0BA1-4A14-8540-B9D10BECF0FB}" type="pres">
      <dgm:prSet presAssocID="{6FBD93D0-CDFD-4B9B-8B77-133E2C581F5C}" presName="root" presStyleCnt="0">
        <dgm:presLayoutVars>
          <dgm:dir/>
          <dgm:resizeHandles val="exact"/>
        </dgm:presLayoutVars>
      </dgm:prSet>
      <dgm:spPr/>
    </dgm:pt>
    <dgm:pt modelId="{A9AB9C1D-DA57-4841-870B-7B585DD52171}" type="pres">
      <dgm:prSet presAssocID="{42A81924-06BD-451F-8B12-3D977C425952}" presName="compNode" presStyleCnt="0"/>
      <dgm:spPr/>
    </dgm:pt>
    <dgm:pt modelId="{03145B1E-6967-430C-A78D-6048A221801E}" type="pres">
      <dgm:prSet presAssocID="{42A81924-06BD-451F-8B12-3D977C4259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B98390B-F873-47CF-8F85-D746C231111A}" type="pres">
      <dgm:prSet presAssocID="{42A81924-06BD-451F-8B12-3D977C425952}" presName="spaceRect" presStyleCnt="0"/>
      <dgm:spPr/>
    </dgm:pt>
    <dgm:pt modelId="{7CF974A2-5852-437A-8AFB-059CB7EE2D66}" type="pres">
      <dgm:prSet presAssocID="{42A81924-06BD-451F-8B12-3D977C425952}" presName="textRect" presStyleLbl="revTx" presStyleIdx="0" presStyleCnt="3">
        <dgm:presLayoutVars>
          <dgm:chMax val="1"/>
          <dgm:chPref val="1"/>
        </dgm:presLayoutVars>
      </dgm:prSet>
      <dgm:spPr/>
    </dgm:pt>
    <dgm:pt modelId="{B2D8648C-6BAB-4AE6-B8DC-60146D9FBB0B}" type="pres">
      <dgm:prSet presAssocID="{4A4D58BB-8657-49FF-9C02-012AD82F047D}" presName="sibTrans" presStyleCnt="0"/>
      <dgm:spPr/>
    </dgm:pt>
    <dgm:pt modelId="{1BBCAFEF-300E-4DD4-8CBB-DB2D1627345C}" type="pres">
      <dgm:prSet presAssocID="{CCCE6918-5044-4486-8137-7BA4E3402C45}" presName="compNode" presStyleCnt="0"/>
      <dgm:spPr/>
    </dgm:pt>
    <dgm:pt modelId="{1090A14E-84A8-4E12-856D-CEC83BE14168}" type="pres">
      <dgm:prSet presAssocID="{CCCE6918-5044-4486-8137-7BA4E3402C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5CAA3F0-E610-4997-AA1C-11179FEF9E1C}" type="pres">
      <dgm:prSet presAssocID="{CCCE6918-5044-4486-8137-7BA4E3402C45}" presName="spaceRect" presStyleCnt="0"/>
      <dgm:spPr/>
    </dgm:pt>
    <dgm:pt modelId="{236EBEF8-55E1-4775-B90E-7867E2BFBF1E}" type="pres">
      <dgm:prSet presAssocID="{CCCE6918-5044-4486-8137-7BA4E3402C45}" presName="textRect" presStyleLbl="revTx" presStyleIdx="1" presStyleCnt="3">
        <dgm:presLayoutVars>
          <dgm:chMax val="1"/>
          <dgm:chPref val="1"/>
        </dgm:presLayoutVars>
      </dgm:prSet>
      <dgm:spPr/>
    </dgm:pt>
    <dgm:pt modelId="{80981E78-4A8A-4812-BD33-04BD8FFED3DB}" type="pres">
      <dgm:prSet presAssocID="{5E62598F-673F-4C85-88F2-4B88EAC66C2C}" presName="sibTrans" presStyleCnt="0"/>
      <dgm:spPr/>
    </dgm:pt>
    <dgm:pt modelId="{D027CA84-1D25-4F6E-A258-1FEBCE72E9F9}" type="pres">
      <dgm:prSet presAssocID="{209D9C29-B2B9-422D-8919-4E72BC3B4B12}" presName="compNode" presStyleCnt="0"/>
      <dgm:spPr/>
    </dgm:pt>
    <dgm:pt modelId="{71428D2B-1979-45E7-9842-DDCB31F18138}" type="pres">
      <dgm:prSet presAssocID="{209D9C29-B2B9-422D-8919-4E72BC3B4B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BC29503A-4435-4E52-80A6-5E97E318256E}" type="pres">
      <dgm:prSet presAssocID="{209D9C29-B2B9-422D-8919-4E72BC3B4B12}" presName="spaceRect" presStyleCnt="0"/>
      <dgm:spPr/>
    </dgm:pt>
    <dgm:pt modelId="{6E615CA9-5F37-4F26-BB02-FFC063C3AE1D}" type="pres">
      <dgm:prSet presAssocID="{209D9C29-B2B9-422D-8919-4E72BC3B4B1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AC78924-AC56-4CB4-8D97-072A9E6AF7DC}" srcId="{6FBD93D0-CDFD-4B9B-8B77-133E2C581F5C}" destId="{209D9C29-B2B9-422D-8919-4E72BC3B4B12}" srcOrd="2" destOrd="0" parTransId="{A37774F3-3E1A-45B9-BDCC-1846986ADCB9}" sibTransId="{4D5F34F6-5590-47EA-A04D-0E6C7AE8C7BA}"/>
    <dgm:cxn modelId="{7A6DD92E-BE89-4BAE-8ED9-A6A611C58035}" type="presOf" srcId="{209D9C29-B2B9-422D-8919-4E72BC3B4B12}" destId="{6E615CA9-5F37-4F26-BB02-FFC063C3AE1D}" srcOrd="0" destOrd="0" presId="urn:microsoft.com/office/officeart/2018/2/layout/IconLabelList"/>
    <dgm:cxn modelId="{506BF17D-554E-45A2-B5D8-60187122B9D8}" type="presOf" srcId="{6FBD93D0-CDFD-4B9B-8B77-133E2C581F5C}" destId="{6CC31C69-0BA1-4A14-8540-B9D10BECF0FB}" srcOrd="0" destOrd="0" presId="urn:microsoft.com/office/officeart/2018/2/layout/IconLabelList"/>
    <dgm:cxn modelId="{DCD324BD-2DB3-445F-BC0D-762E8497CD02}" srcId="{6FBD93D0-CDFD-4B9B-8B77-133E2C581F5C}" destId="{CCCE6918-5044-4486-8137-7BA4E3402C45}" srcOrd="1" destOrd="0" parTransId="{B77C0883-208E-40B3-A6E4-D03F7ED047A4}" sibTransId="{5E62598F-673F-4C85-88F2-4B88EAC66C2C}"/>
    <dgm:cxn modelId="{98BA41C7-C389-40D8-BA54-26707ACFC782}" type="presOf" srcId="{CCCE6918-5044-4486-8137-7BA4E3402C45}" destId="{236EBEF8-55E1-4775-B90E-7867E2BFBF1E}" srcOrd="0" destOrd="0" presId="urn:microsoft.com/office/officeart/2018/2/layout/IconLabelList"/>
    <dgm:cxn modelId="{B428B9E0-356F-4051-852C-D2419AB15043}" type="presOf" srcId="{42A81924-06BD-451F-8B12-3D977C425952}" destId="{7CF974A2-5852-437A-8AFB-059CB7EE2D66}" srcOrd="0" destOrd="0" presId="urn:microsoft.com/office/officeart/2018/2/layout/IconLabelList"/>
    <dgm:cxn modelId="{8D3CE2FE-C0B0-4D8B-9D09-87C7E9523E96}" srcId="{6FBD93D0-CDFD-4B9B-8B77-133E2C581F5C}" destId="{42A81924-06BD-451F-8B12-3D977C425952}" srcOrd="0" destOrd="0" parTransId="{5FEF63CA-12C1-4677-9B17-BD5742A9A626}" sibTransId="{4A4D58BB-8657-49FF-9C02-012AD82F047D}"/>
    <dgm:cxn modelId="{AFD3C88F-6BF3-4707-9E55-81DFF764163B}" type="presParOf" srcId="{6CC31C69-0BA1-4A14-8540-B9D10BECF0FB}" destId="{A9AB9C1D-DA57-4841-870B-7B585DD52171}" srcOrd="0" destOrd="0" presId="urn:microsoft.com/office/officeart/2018/2/layout/IconLabelList"/>
    <dgm:cxn modelId="{2B4628FB-56BC-4193-8A4F-4764B49B71A9}" type="presParOf" srcId="{A9AB9C1D-DA57-4841-870B-7B585DD52171}" destId="{03145B1E-6967-430C-A78D-6048A221801E}" srcOrd="0" destOrd="0" presId="urn:microsoft.com/office/officeart/2018/2/layout/IconLabelList"/>
    <dgm:cxn modelId="{B6954D26-CE1E-462F-93DA-0846F7ACDB19}" type="presParOf" srcId="{A9AB9C1D-DA57-4841-870B-7B585DD52171}" destId="{BB98390B-F873-47CF-8F85-D746C231111A}" srcOrd="1" destOrd="0" presId="urn:microsoft.com/office/officeart/2018/2/layout/IconLabelList"/>
    <dgm:cxn modelId="{B0509056-1494-4CA9-BAEF-EB80AA510EF4}" type="presParOf" srcId="{A9AB9C1D-DA57-4841-870B-7B585DD52171}" destId="{7CF974A2-5852-437A-8AFB-059CB7EE2D66}" srcOrd="2" destOrd="0" presId="urn:microsoft.com/office/officeart/2018/2/layout/IconLabelList"/>
    <dgm:cxn modelId="{25922A73-6CAB-4280-AB81-2668A3EC59B5}" type="presParOf" srcId="{6CC31C69-0BA1-4A14-8540-B9D10BECF0FB}" destId="{B2D8648C-6BAB-4AE6-B8DC-60146D9FBB0B}" srcOrd="1" destOrd="0" presId="urn:microsoft.com/office/officeart/2018/2/layout/IconLabelList"/>
    <dgm:cxn modelId="{22DC5A4B-2912-4E06-87B6-109C6D7968AB}" type="presParOf" srcId="{6CC31C69-0BA1-4A14-8540-B9D10BECF0FB}" destId="{1BBCAFEF-300E-4DD4-8CBB-DB2D1627345C}" srcOrd="2" destOrd="0" presId="urn:microsoft.com/office/officeart/2018/2/layout/IconLabelList"/>
    <dgm:cxn modelId="{A0725A3A-B360-48BF-829D-5C43162780DC}" type="presParOf" srcId="{1BBCAFEF-300E-4DD4-8CBB-DB2D1627345C}" destId="{1090A14E-84A8-4E12-856D-CEC83BE14168}" srcOrd="0" destOrd="0" presId="urn:microsoft.com/office/officeart/2018/2/layout/IconLabelList"/>
    <dgm:cxn modelId="{8CA958BC-DFA5-4267-BB8E-A63E6934D537}" type="presParOf" srcId="{1BBCAFEF-300E-4DD4-8CBB-DB2D1627345C}" destId="{E5CAA3F0-E610-4997-AA1C-11179FEF9E1C}" srcOrd="1" destOrd="0" presId="urn:microsoft.com/office/officeart/2018/2/layout/IconLabelList"/>
    <dgm:cxn modelId="{4EC576EB-5A3C-4C45-9A9F-E7A2E4F5E814}" type="presParOf" srcId="{1BBCAFEF-300E-4DD4-8CBB-DB2D1627345C}" destId="{236EBEF8-55E1-4775-B90E-7867E2BFBF1E}" srcOrd="2" destOrd="0" presId="urn:microsoft.com/office/officeart/2018/2/layout/IconLabelList"/>
    <dgm:cxn modelId="{C74EAB12-A7C9-4D86-B428-CB78C744DFF7}" type="presParOf" srcId="{6CC31C69-0BA1-4A14-8540-B9D10BECF0FB}" destId="{80981E78-4A8A-4812-BD33-04BD8FFED3DB}" srcOrd="3" destOrd="0" presId="urn:microsoft.com/office/officeart/2018/2/layout/IconLabelList"/>
    <dgm:cxn modelId="{7871ED4B-D1BA-471E-96D6-EF6F3B6730E3}" type="presParOf" srcId="{6CC31C69-0BA1-4A14-8540-B9D10BECF0FB}" destId="{D027CA84-1D25-4F6E-A258-1FEBCE72E9F9}" srcOrd="4" destOrd="0" presId="urn:microsoft.com/office/officeart/2018/2/layout/IconLabelList"/>
    <dgm:cxn modelId="{88CD814B-F560-4720-B29C-F7FC3985BB47}" type="presParOf" srcId="{D027CA84-1D25-4F6E-A258-1FEBCE72E9F9}" destId="{71428D2B-1979-45E7-9842-DDCB31F18138}" srcOrd="0" destOrd="0" presId="urn:microsoft.com/office/officeart/2018/2/layout/IconLabelList"/>
    <dgm:cxn modelId="{256D36AD-495D-483A-8561-507F35E0B6AC}" type="presParOf" srcId="{D027CA84-1D25-4F6E-A258-1FEBCE72E9F9}" destId="{BC29503A-4435-4E52-80A6-5E97E318256E}" srcOrd="1" destOrd="0" presId="urn:microsoft.com/office/officeart/2018/2/layout/IconLabelList"/>
    <dgm:cxn modelId="{A0657D4B-073B-4288-82E5-EEE47BF4B0C7}" type="presParOf" srcId="{D027CA84-1D25-4F6E-A258-1FEBCE72E9F9}" destId="{6E615CA9-5F37-4F26-BB02-FFC063C3AE1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A90D9E-06CF-4B3D-80BF-A88079E95C9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70D00B-9593-4511-BD04-7A6C59F26683}">
      <dgm:prSet/>
      <dgm:spPr/>
      <dgm:t>
        <a:bodyPr/>
        <a:lstStyle/>
        <a:p>
          <a:pPr>
            <a:defRPr cap="all"/>
          </a:pPr>
          <a:r>
            <a:rPr lang="en-US"/>
            <a:t>Actual road distance</a:t>
          </a:r>
        </a:p>
      </dgm:t>
    </dgm:pt>
    <dgm:pt modelId="{8B50BDE1-4F1C-40F4-937D-AF6572D83AF2}" type="parTrans" cxnId="{99713FE0-D0FD-41CB-8F4F-C4EECD097738}">
      <dgm:prSet/>
      <dgm:spPr/>
      <dgm:t>
        <a:bodyPr/>
        <a:lstStyle/>
        <a:p>
          <a:endParaRPr lang="en-US"/>
        </a:p>
      </dgm:t>
    </dgm:pt>
    <dgm:pt modelId="{8AE143A7-A964-4D60-BBE4-717F758A360E}" type="sibTrans" cxnId="{99713FE0-D0FD-41CB-8F4F-C4EECD097738}">
      <dgm:prSet/>
      <dgm:spPr/>
      <dgm:t>
        <a:bodyPr/>
        <a:lstStyle/>
        <a:p>
          <a:endParaRPr lang="en-US"/>
        </a:p>
      </dgm:t>
    </dgm:pt>
    <dgm:pt modelId="{4E3E0F96-4A1A-4BB7-A104-C959D53D5F7B}">
      <dgm:prSet/>
      <dgm:spPr/>
      <dgm:t>
        <a:bodyPr/>
        <a:lstStyle/>
        <a:p>
          <a:pPr>
            <a:defRPr cap="all"/>
          </a:pPr>
          <a:r>
            <a:rPr lang="en-US"/>
            <a:t>Traffic-aware ETA</a:t>
          </a:r>
        </a:p>
      </dgm:t>
    </dgm:pt>
    <dgm:pt modelId="{01BFD2F1-005D-468E-B763-1C7D82A9DD06}" type="parTrans" cxnId="{1FBF9D3D-1F42-48B6-9E37-67111D3B83CC}">
      <dgm:prSet/>
      <dgm:spPr/>
      <dgm:t>
        <a:bodyPr/>
        <a:lstStyle/>
        <a:p>
          <a:endParaRPr lang="en-US"/>
        </a:p>
      </dgm:t>
    </dgm:pt>
    <dgm:pt modelId="{0177271E-04ED-4C90-B8C3-C49916142805}" type="sibTrans" cxnId="{1FBF9D3D-1F42-48B6-9E37-67111D3B83CC}">
      <dgm:prSet/>
      <dgm:spPr/>
      <dgm:t>
        <a:bodyPr/>
        <a:lstStyle/>
        <a:p>
          <a:endParaRPr lang="en-US"/>
        </a:p>
      </dgm:t>
    </dgm:pt>
    <dgm:pt modelId="{9D30A011-A779-4EDB-99CF-928F789821F2}">
      <dgm:prSet/>
      <dgm:spPr/>
      <dgm:t>
        <a:bodyPr/>
        <a:lstStyle/>
        <a:p>
          <a:pPr>
            <a:defRPr cap="all"/>
          </a:pPr>
          <a:r>
            <a:rPr lang="en-US"/>
            <a:t>Travel time estimation</a:t>
          </a:r>
        </a:p>
      </dgm:t>
    </dgm:pt>
    <dgm:pt modelId="{AD3E1640-DBF8-4085-B582-7C45C64EEB7F}" type="parTrans" cxnId="{B80EAF53-1BB6-4FBC-8889-5018A55EA9C0}">
      <dgm:prSet/>
      <dgm:spPr/>
      <dgm:t>
        <a:bodyPr/>
        <a:lstStyle/>
        <a:p>
          <a:endParaRPr lang="en-US"/>
        </a:p>
      </dgm:t>
    </dgm:pt>
    <dgm:pt modelId="{02007BE8-2B07-4C7D-A315-3700039D1071}" type="sibTrans" cxnId="{B80EAF53-1BB6-4FBC-8889-5018A55EA9C0}">
      <dgm:prSet/>
      <dgm:spPr/>
      <dgm:t>
        <a:bodyPr/>
        <a:lstStyle/>
        <a:p>
          <a:endParaRPr lang="en-US"/>
        </a:p>
      </dgm:t>
    </dgm:pt>
    <dgm:pt modelId="{650B86CE-A360-4A92-B91C-A1BF20CA9E71}" type="pres">
      <dgm:prSet presAssocID="{ADA90D9E-06CF-4B3D-80BF-A88079E95C92}" presName="root" presStyleCnt="0">
        <dgm:presLayoutVars>
          <dgm:dir/>
          <dgm:resizeHandles val="exact"/>
        </dgm:presLayoutVars>
      </dgm:prSet>
      <dgm:spPr/>
    </dgm:pt>
    <dgm:pt modelId="{AAD4CEF1-5B9A-413E-99D5-04862F387171}" type="pres">
      <dgm:prSet presAssocID="{B970D00B-9593-4511-BD04-7A6C59F26683}" presName="compNode" presStyleCnt="0"/>
      <dgm:spPr/>
    </dgm:pt>
    <dgm:pt modelId="{A45298DF-7F6E-488F-80A0-86D5BA1A296F}" type="pres">
      <dgm:prSet presAssocID="{B970D00B-9593-4511-BD04-7A6C59F26683}" presName="iconBgRect" presStyleLbl="bgShp" presStyleIdx="0" presStyleCnt="3"/>
      <dgm:spPr/>
    </dgm:pt>
    <dgm:pt modelId="{1B219951-7BD2-426C-91B5-A0E2DFA15244}" type="pres">
      <dgm:prSet presAssocID="{B970D00B-9593-4511-BD04-7A6C59F266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263031B-200B-41DD-8B8D-73393352F076}" type="pres">
      <dgm:prSet presAssocID="{B970D00B-9593-4511-BD04-7A6C59F26683}" presName="spaceRect" presStyleCnt="0"/>
      <dgm:spPr/>
    </dgm:pt>
    <dgm:pt modelId="{2C846E67-1865-4AF6-92E4-6C74BFC72611}" type="pres">
      <dgm:prSet presAssocID="{B970D00B-9593-4511-BD04-7A6C59F26683}" presName="textRect" presStyleLbl="revTx" presStyleIdx="0" presStyleCnt="3">
        <dgm:presLayoutVars>
          <dgm:chMax val="1"/>
          <dgm:chPref val="1"/>
        </dgm:presLayoutVars>
      </dgm:prSet>
      <dgm:spPr/>
    </dgm:pt>
    <dgm:pt modelId="{A2FF2C34-8521-483F-A67E-B8E85A4A61D9}" type="pres">
      <dgm:prSet presAssocID="{8AE143A7-A964-4D60-BBE4-717F758A360E}" presName="sibTrans" presStyleCnt="0"/>
      <dgm:spPr/>
    </dgm:pt>
    <dgm:pt modelId="{D2724123-DFDF-44FC-9084-B7A16D13DEEB}" type="pres">
      <dgm:prSet presAssocID="{4E3E0F96-4A1A-4BB7-A104-C959D53D5F7B}" presName="compNode" presStyleCnt="0"/>
      <dgm:spPr/>
    </dgm:pt>
    <dgm:pt modelId="{85BBC456-2CC3-44D8-884E-69E3D341553A}" type="pres">
      <dgm:prSet presAssocID="{4E3E0F96-4A1A-4BB7-A104-C959D53D5F7B}" presName="iconBgRect" presStyleLbl="bgShp" presStyleIdx="1" presStyleCnt="3"/>
      <dgm:spPr/>
    </dgm:pt>
    <dgm:pt modelId="{327648EF-2F0C-4E78-9534-654123C6F91C}" type="pres">
      <dgm:prSet presAssocID="{4E3E0F96-4A1A-4BB7-A104-C959D53D5F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61B5AD8-2D20-478A-9A60-3CB42E2ECD0A}" type="pres">
      <dgm:prSet presAssocID="{4E3E0F96-4A1A-4BB7-A104-C959D53D5F7B}" presName="spaceRect" presStyleCnt="0"/>
      <dgm:spPr/>
    </dgm:pt>
    <dgm:pt modelId="{1B571C1E-980E-4669-BA69-B37BD7CADA43}" type="pres">
      <dgm:prSet presAssocID="{4E3E0F96-4A1A-4BB7-A104-C959D53D5F7B}" presName="textRect" presStyleLbl="revTx" presStyleIdx="1" presStyleCnt="3">
        <dgm:presLayoutVars>
          <dgm:chMax val="1"/>
          <dgm:chPref val="1"/>
        </dgm:presLayoutVars>
      </dgm:prSet>
      <dgm:spPr/>
    </dgm:pt>
    <dgm:pt modelId="{8A43B88B-5802-4118-A9C0-991C0170D00A}" type="pres">
      <dgm:prSet presAssocID="{0177271E-04ED-4C90-B8C3-C49916142805}" presName="sibTrans" presStyleCnt="0"/>
      <dgm:spPr/>
    </dgm:pt>
    <dgm:pt modelId="{05370354-2200-4242-A9C2-6AACD040F496}" type="pres">
      <dgm:prSet presAssocID="{9D30A011-A779-4EDB-99CF-928F789821F2}" presName="compNode" presStyleCnt="0"/>
      <dgm:spPr/>
    </dgm:pt>
    <dgm:pt modelId="{42F55A9D-F2A0-4895-9799-EDADE0AD21D2}" type="pres">
      <dgm:prSet presAssocID="{9D30A011-A779-4EDB-99CF-928F789821F2}" presName="iconBgRect" presStyleLbl="bgShp" presStyleIdx="2" presStyleCnt="3"/>
      <dgm:spPr/>
    </dgm:pt>
    <dgm:pt modelId="{42F0B2D0-D374-446D-9F43-A7FBBD15D44E}" type="pres">
      <dgm:prSet presAssocID="{9D30A011-A779-4EDB-99CF-928F789821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B2CB2D58-CB63-4487-9366-357CFA62636F}" type="pres">
      <dgm:prSet presAssocID="{9D30A011-A779-4EDB-99CF-928F789821F2}" presName="spaceRect" presStyleCnt="0"/>
      <dgm:spPr/>
    </dgm:pt>
    <dgm:pt modelId="{D6524DF1-53C0-4875-9201-BB9F8B6F6C20}" type="pres">
      <dgm:prSet presAssocID="{9D30A011-A779-4EDB-99CF-928F789821F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EB1D28-89AA-40AD-80E0-23560AF6B7FE}" type="presOf" srcId="{4E3E0F96-4A1A-4BB7-A104-C959D53D5F7B}" destId="{1B571C1E-980E-4669-BA69-B37BD7CADA43}" srcOrd="0" destOrd="0" presId="urn:microsoft.com/office/officeart/2018/5/layout/IconCircleLabelList"/>
    <dgm:cxn modelId="{B1C93339-8391-4487-810B-CD904519DB70}" type="presOf" srcId="{ADA90D9E-06CF-4B3D-80BF-A88079E95C92}" destId="{650B86CE-A360-4A92-B91C-A1BF20CA9E71}" srcOrd="0" destOrd="0" presId="urn:microsoft.com/office/officeart/2018/5/layout/IconCircleLabelList"/>
    <dgm:cxn modelId="{1FBF9D3D-1F42-48B6-9E37-67111D3B83CC}" srcId="{ADA90D9E-06CF-4B3D-80BF-A88079E95C92}" destId="{4E3E0F96-4A1A-4BB7-A104-C959D53D5F7B}" srcOrd="1" destOrd="0" parTransId="{01BFD2F1-005D-468E-B763-1C7D82A9DD06}" sibTransId="{0177271E-04ED-4C90-B8C3-C49916142805}"/>
    <dgm:cxn modelId="{B80EAF53-1BB6-4FBC-8889-5018A55EA9C0}" srcId="{ADA90D9E-06CF-4B3D-80BF-A88079E95C92}" destId="{9D30A011-A779-4EDB-99CF-928F789821F2}" srcOrd="2" destOrd="0" parTransId="{AD3E1640-DBF8-4085-B582-7C45C64EEB7F}" sibTransId="{02007BE8-2B07-4C7D-A315-3700039D1071}"/>
    <dgm:cxn modelId="{9BB1B099-33EE-4BD0-8FFC-C31978FDBE11}" type="presOf" srcId="{9D30A011-A779-4EDB-99CF-928F789821F2}" destId="{D6524DF1-53C0-4875-9201-BB9F8B6F6C20}" srcOrd="0" destOrd="0" presId="urn:microsoft.com/office/officeart/2018/5/layout/IconCircleLabelList"/>
    <dgm:cxn modelId="{99713FE0-D0FD-41CB-8F4F-C4EECD097738}" srcId="{ADA90D9E-06CF-4B3D-80BF-A88079E95C92}" destId="{B970D00B-9593-4511-BD04-7A6C59F26683}" srcOrd="0" destOrd="0" parTransId="{8B50BDE1-4F1C-40F4-937D-AF6572D83AF2}" sibTransId="{8AE143A7-A964-4D60-BBE4-717F758A360E}"/>
    <dgm:cxn modelId="{9C15FAE7-E7C9-48B6-970E-DD17B07F68AE}" type="presOf" srcId="{B970D00B-9593-4511-BD04-7A6C59F26683}" destId="{2C846E67-1865-4AF6-92E4-6C74BFC72611}" srcOrd="0" destOrd="0" presId="urn:microsoft.com/office/officeart/2018/5/layout/IconCircleLabelList"/>
    <dgm:cxn modelId="{B33E3590-E92A-4E56-B901-7D25F97B7795}" type="presParOf" srcId="{650B86CE-A360-4A92-B91C-A1BF20CA9E71}" destId="{AAD4CEF1-5B9A-413E-99D5-04862F387171}" srcOrd="0" destOrd="0" presId="urn:microsoft.com/office/officeart/2018/5/layout/IconCircleLabelList"/>
    <dgm:cxn modelId="{3F502122-BA6E-4031-8A54-5CD44EE2EB6D}" type="presParOf" srcId="{AAD4CEF1-5B9A-413E-99D5-04862F387171}" destId="{A45298DF-7F6E-488F-80A0-86D5BA1A296F}" srcOrd="0" destOrd="0" presId="urn:microsoft.com/office/officeart/2018/5/layout/IconCircleLabelList"/>
    <dgm:cxn modelId="{EE4BB9AD-65A4-4447-9B19-443EC2F81021}" type="presParOf" srcId="{AAD4CEF1-5B9A-413E-99D5-04862F387171}" destId="{1B219951-7BD2-426C-91B5-A0E2DFA15244}" srcOrd="1" destOrd="0" presId="urn:microsoft.com/office/officeart/2018/5/layout/IconCircleLabelList"/>
    <dgm:cxn modelId="{38B8F816-2EE8-403C-B36C-07BD00B09339}" type="presParOf" srcId="{AAD4CEF1-5B9A-413E-99D5-04862F387171}" destId="{9263031B-200B-41DD-8B8D-73393352F076}" srcOrd="2" destOrd="0" presId="urn:microsoft.com/office/officeart/2018/5/layout/IconCircleLabelList"/>
    <dgm:cxn modelId="{3FD87481-02C2-45FB-A0E1-A241FF8B90C5}" type="presParOf" srcId="{AAD4CEF1-5B9A-413E-99D5-04862F387171}" destId="{2C846E67-1865-4AF6-92E4-6C74BFC72611}" srcOrd="3" destOrd="0" presId="urn:microsoft.com/office/officeart/2018/5/layout/IconCircleLabelList"/>
    <dgm:cxn modelId="{3842C380-F0C4-4C49-8142-308392968E31}" type="presParOf" srcId="{650B86CE-A360-4A92-B91C-A1BF20CA9E71}" destId="{A2FF2C34-8521-483F-A67E-B8E85A4A61D9}" srcOrd="1" destOrd="0" presId="urn:microsoft.com/office/officeart/2018/5/layout/IconCircleLabelList"/>
    <dgm:cxn modelId="{F69A79E5-B7CC-48F2-BCD8-FC30BBFE36A9}" type="presParOf" srcId="{650B86CE-A360-4A92-B91C-A1BF20CA9E71}" destId="{D2724123-DFDF-44FC-9084-B7A16D13DEEB}" srcOrd="2" destOrd="0" presId="urn:microsoft.com/office/officeart/2018/5/layout/IconCircleLabelList"/>
    <dgm:cxn modelId="{E0C27BD1-4A6D-4E71-9689-25B50E7FA3CB}" type="presParOf" srcId="{D2724123-DFDF-44FC-9084-B7A16D13DEEB}" destId="{85BBC456-2CC3-44D8-884E-69E3D341553A}" srcOrd="0" destOrd="0" presId="urn:microsoft.com/office/officeart/2018/5/layout/IconCircleLabelList"/>
    <dgm:cxn modelId="{BD3FDC0A-3CF7-4E70-9DEB-D6BD2F777509}" type="presParOf" srcId="{D2724123-DFDF-44FC-9084-B7A16D13DEEB}" destId="{327648EF-2F0C-4E78-9534-654123C6F91C}" srcOrd="1" destOrd="0" presId="urn:microsoft.com/office/officeart/2018/5/layout/IconCircleLabelList"/>
    <dgm:cxn modelId="{EBECACA0-8E07-42F3-AEF6-A61CF72CDA2F}" type="presParOf" srcId="{D2724123-DFDF-44FC-9084-B7A16D13DEEB}" destId="{461B5AD8-2D20-478A-9A60-3CB42E2ECD0A}" srcOrd="2" destOrd="0" presId="urn:microsoft.com/office/officeart/2018/5/layout/IconCircleLabelList"/>
    <dgm:cxn modelId="{CD48CBC2-DF73-480A-8D84-0AC54320F8D9}" type="presParOf" srcId="{D2724123-DFDF-44FC-9084-B7A16D13DEEB}" destId="{1B571C1E-980E-4669-BA69-B37BD7CADA43}" srcOrd="3" destOrd="0" presId="urn:microsoft.com/office/officeart/2018/5/layout/IconCircleLabelList"/>
    <dgm:cxn modelId="{0DB7D26C-F763-4079-8096-26AB91AF0094}" type="presParOf" srcId="{650B86CE-A360-4A92-B91C-A1BF20CA9E71}" destId="{8A43B88B-5802-4118-A9C0-991C0170D00A}" srcOrd="3" destOrd="0" presId="urn:microsoft.com/office/officeart/2018/5/layout/IconCircleLabelList"/>
    <dgm:cxn modelId="{5D6D18F1-E840-4089-A3FF-07838840A283}" type="presParOf" srcId="{650B86CE-A360-4A92-B91C-A1BF20CA9E71}" destId="{05370354-2200-4242-A9C2-6AACD040F496}" srcOrd="4" destOrd="0" presId="urn:microsoft.com/office/officeart/2018/5/layout/IconCircleLabelList"/>
    <dgm:cxn modelId="{233BBB51-489B-4840-9FB2-A6229D9D0665}" type="presParOf" srcId="{05370354-2200-4242-A9C2-6AACD040F496}" destId="{42F55A9D-F2A0-4895-9799-EDADE0AD21D2}" srcOrd="0" destOrd="0" presId="urn:microsoft.com/office/officeart/2018/5/layout/IconCircleLabelList"/>
    <dgm:cxn modelId="{24836CDB-08E9-449B-B2E7-B16B67C9FBF2}" type="presParOf" srcId="{05370354-2200-4242-A9C2-6AACD040F496}" destId="{42F0B2D0-D374-446D-9F43-A7FBBD15D44E}" srcOrd="1" destOrd="0" presId="urn:microsoft.com/office/officeart/2018/5/layout/IconCircleLabelList"/>
    <dgm:cxn modelId="{1200935E-1D25-4AA7-80A3-930621695FEB}" type="presParOf" srcId="{05370354-2200-4242-A9C2-6AACD040F496}" destId="{B2CB2D58-CB63-4487-9366-357CFA62636F}" srcOrd="2" destOrd="0" presId="urn:microsoft.com/office/officeart/2018/5/layout/IconCircleLabelList"/>
    <dgm:cxn modelId="{C515719B-C41D-40A9-962D-1D5C772FFB88}" type="presParOf" srcId="{05370354-2200-4242-A9C2-6AACD040F496}" destId="{D6524DF1-53C0-4875-9201-BB9F8B6F6C2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910EAC-51EE-4051-9A86-0026F81D9F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0AB8059-9D4B-497A-A642-3727F79F397B}">
      <dgm:prSet/>
      <dgm:spPr/>
      <dgm:t>
        <a:bodyPr/>
        <a:lstStyle/>
        <a:p>
          <a:pPr>
            <a:defRPr cap="all"/>
          </a:pPr>
          <a:r>
            <a:rPr lang="en-US"/>
            <a:t>Group by priority</a:t>
          </a:r>
        </a:p>
      </dgm:t>
    </dgm:pt>
    <dgm:pt modelId="{8D5DA24C-02A0-4F6C-9A41-6D4213E15DD6}" type="parTrans" cxnId="{073B4D59-AD83-4408-B4A7-7FB126501A88}">
      <dgm:prSet/>
      <dgm:spPr/>
      <dgm:t>
        <a:bodyPr/>
        <a:lstStyle/>
        <a:p>
          <a:endParaRPr lang="en-US"/>
        </a:p>
      </dgm:t>
    </dgm:pt>
    <dgm:pt modelId="{413D2382-C7D6-46C6-B0C6-3CF8771E15C0}" type="sibTrans" cxnId="{073B4D59-AD83-4408-B4A7-7FB126501A88}">
      <dgm:prSet/>
      <dgm:spPr/>
      <dgm:t>
        <a:bodyPr/>
        <a:lstStyle/>
        <a:p>
          <a:endParaRPr lang="en-US"/>
        </a:p>
      </dgm:t>
    </dgm:pt>
    <dgm:pt modelId="{5C540CE5-DBE5-4CAA-B874-DC65D74CEC12}">
      <dgm:prSet/>
      <dgm:spPr/>
      <dgm:t>
        <a:bodyPr/>
        <a:lstStyle/>
        <a:p>
          <a:pPr>
            <a:defRPr cap="all"/>
          </a:pPr>
          <a:r>
            <a:rPr lang="en-US"/>
            <a:t>Calculate travel time</a:t>
          </a:r>
        </a:p>
      </dgm:t>
    </dgm:pt>
    <dgm:pt modelId="{395AA0F6-B40F-4736-9D67-F577B2661ECC}" type="parTrans" cxnId="{CD64E423-FD60-4F43-9DD7-E7B592460A2C}">
      <dgm:prSet/>
      <dgm:spPr/>
      <dgm:t>
        <a:bodyPr/>
        <a:lstStyle/>
        <a:p>
          <a:endParaRPr lang="en-US"/>
        </a:p>
      </dgm:t>
    </dgm:pt>
    <dgm:pt modelId="{1A6347C4-B3CE-49F4-95A8-4E483ED97E83}" type="sibTrans" cxnId="{CD64E423-FD60-4F43-9DD7-E7B592460A2C}">
      <dgm:prSet/>
      <dgm:spPr/>
      <dgm:t>
        <a:bodyPr/>
        <a:lstStyle/>
        <a:p>
          <a:endParaRPr lang="en-US"/>
        </a:p>
      </dgm:t>
    </dgm:pt>
    <dgm:pt modelId="{EFDFC3BD-4DAF-4EBE-9B4B-0F6EFB766381}">
      <dgm:prSet/>
      <dgm:spPr/>
      <dgm:t>
        <a:bodyPr/>
        <a:lstStyle/>
        <a:p>
          <a:pPr>
            <a:defRPr cap="all"/>
          </a:pPr>
          <a:r>
            <a:rPr lang="en-US"/>
            <a:t>Assign deliveries</a:t>
          </a:r>
        </a:p>
      </dgm:t>
    </dgm:pt>
    <dgm:pt modelId="{A7139D08-67C9-43AB-96AE-57A88D48955C}" type="parTrans" cxnId="{6F9E4353-4E9B-4ECF-A0DC-A097053BFA15}">
      <dgm:prSet/>
      <dgm:spPr/>
      <dgm:t>
        <a:bodyPr/>
        <a:lstStyle/>
        <a:p>
          <a:endParaRPr lang="en-US"/>
        </a:p>
      </dgm:t>
    </dgm:pt>
    <dgm:pt modelId="{EF82422D-1333-4FF1-A360-D7C6409283F6}" type="sibTrans" cxnId="{6F9E4353-4E9B-4ECF-A0DC-A097053BFA15}">
      <dgm:prSet/>
      <dgm:spPr/>
      <dgm:t>
        <a:bodyPr/>
        <a:lstStyle/>
        <a:p>
          <a:endParaRPr lang="en-US"/>
        </a:p>
      </dgm:t>
    </dgm:pt>
    <dgm:pt modelId="{9F46A5D7-AF69-4AE7-BDAB-B719806DBF03}">
      <dgm:prSet/>
      <dgm:spPr/>
      <dgm:t>
        <a:bodyPr/>
        <a:lstStyle/>
        <a:p>
          <a:pPr>
            <a:defRPr cap="all"/>
          </a:pPr>
          <a:r>
            <a:rPr lang="en-US"/>
            <a:t>Generate delivery sequence</a:t>
          </a:r>
        </a:p>
      </dgm:t>
    </dgm:pt>
    <dgm:pt modelId="{0F46D2FA-419F-459F-A20D-76EAE52CB038}" type="parTrans" cxnId="{3C4FE649-3355-4F9D-B8C8-18ECA534BAF7}">
      <dgm:prSet/>
      <dgm:spPr/>
      <dgm:t>
        <a:bodyPr/>
        <a:lstStyle/>
        <a:p>
          <a:endParaRPr lang="en-US"/>
        </a:p>
      </dgm:t>
    </dgm:pt>
    <dgm:pt modelId="{7B6237E4-09CD-45B9-91EC-2ADED34FF4CA}" type="sibTrans" cxnId="{3C4FE649-3355-4F9D-B8C8-18ECA534BAF7}">
      <dgm:prSet/>
      <dgm:spPr/>
      <dgm:t>
        <a:bodyPr/>
        <a:lstStyle/>
        <a:p>
          <a:endParaRPr lang="en-US"/>
        </a:p>
      </dgm:t>
    </dgm:pt>
    <dgm:pt modelId="{49FF16E3-A445-4858-A003-0D11814B9C29}" type="pres">
      <dgm:prSet presAssocID="{43910EAC-51EE-4051-9A86-0026F81D9F16}" presName="root" presStyleCnt="0">
        <dgm:presLayoutVars>
          <dgm:dir/>
          <dgm:resizeHandles val="exact"/>
        </dgm:presLayoutVars>
      </dgm:prSet>
      <dgm:spPr/>
    </dgm:pt>
    <dgm:pt modelId="{A49958CB-308E-49ED-9D23-C64B12E387B7}" type="pres">
      <dgm:prSet presAssocID="{E0AB8059-9D4B-497A-A642-3727F79F397B}" presName="compNode" presStyleCnt="0"/>
      <dgm:spPr/>
    </dgm:pt>
    <dgm:pt modelId="{E5714909-6894-4CFC-ABD6-9996C85FC7E3}" type="pres">
      <dgm:prSet presAssocID="{E0AB8059-9D4B-497A-A642-3727F79F397B}" presName="iconBgRect" presStyleLbl="bgShp" presStyleIdx="0" presStyleCnt="4"/>
      <dgm:spPr/>
    </dgm:pt>
    <dgm:pt modelId="{194EA051-1E2C-483A-A5F3-2155199BE3F1}" type="pres">
      <dgm:prSet presAssocID="{E0AB8059-9D4B-497A-A642-3727F79F39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901D6FA-7F5C-4A5A-AD67-3D2406526980}" type="pres">
      <dgm:prSet presAssocID="{E0AB8059-9D4B-497A-A642-3727F79F397B}" presName="spaceRect" presStyleCnt="0"/>
      <dgm:spPr/>
    </dgm:pt>
    <dgm:pt modelId="{71CCAD6A-CD99-44A7-8FF8-17F9945C848F}" type="pres">
      <dgm:prSet presAssocID="{E0AB8059-9D4B-497A-A642-3727F79F397B}" presName="textRect" presStyleLbl="revTx" presStyleIdx="0" presStyleCnt="4">
        <dgm:presLayoutVars>
          <dgm:chMax val="1"/>
          <dgm:chPref val="1"/>
        </dgm:presLayoutVars>
      </dgm:prSet>
      <dgm:spPr/>
    </dgm:pt>
    <dgm:pt modelId="{1E9FC136-48D3-4B6F-874D-EB77016B4B91}" type="pres">
      <dgm:prSet presAssocID="{413D2382-C7D6-46C6-B0C6-3CF8771E15C0}" presName="sibTrans" presStyleCnt="0"/>
      <dgm:spPr/>
    </dgm:pt>
    <dgm:pt modelId="{84F76274-2A28-4F42-95D9-117593DB6567}" type="pres">
      <dgm:prSet presAssocID="{5C540CE5-DBE5-4CAA-B874-DC65D74CEC12}" presName="compNode" presStyleCnt="0"/>
      <dgm:spPr/>
    </dgm:pt>
    <dgm:pt modelId="{407ECCA9-892E-47D9-9A81-4A06AF96212E}" type="pres">
      <dgm:prSet presAssocID="{5C540CE5-DBE5-4CAA-B874-DC65D74CEC12}" presName="iconBgRect" presStyleLbl="bgShp" presStyleIdx="1" presStyleCnt="4"/>
      <dgm:spPr/>
    </dgm:pt>
    <dgm:pt modelId="{96AE320C-8FD4-4565-9BBF-9D5B27C654B2}" type="pres">
      <dgm:prSet presAssocID="{5C540CE5-DBE5-4CAA-B874-DC65D74CEC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98AB3DAD-A91A-4197-B78A-8735AC99B84B}" type="pres">
      <dgm:prSet presAssocID="{5C540CE5-DBE5-4CAA-B874-DC65D74CEC12}" presName="spaceRect" presStyleCnt="0"/>
      <dgm:spPr/>
    </dgm:pt>
    <dgm:pt modelId="{7547FA20-D2E6-4804-A379-874AF39E085D}" type="pres">
      <dgm:prSet presAssocID="{5C540CE5-DBE5-4CAA-B874-DC65D74CEC12}" presName="textRect" presStyleLbl="revTx" presStyleIdx="1" presStyleCnt="4">
        <dgm:presLayoutVars>
          <dgm:chMax val="1"/>
          <dgm:chPref val="1"/>
        </dgm:presLayoutVars>
      </dgm:prSet>
      <dgm:spPr/>
    </dgm:pt>
    <dgm:pt modelId="{717A54D0-0089-4E30-9EAF-89DA996488E8}" type="pres">
      <dgm:prSet presAssocID="{1A6347C4-B3CE-49F4-95A8-4E483ED97E83}" presName="sibTrans" presStyleCnt="0"/>
      <dgm:spPr/>
    </dgm:pt>
    <dgm:pt modelId="{B90BFB15-58BF-4FD0-AEFC-C4461552CF93}" type="pres">
      <dgm:prSet presAssocID="{EFDFC3BD-4DAF-4EBE-9B4B-0F6EFB766381}" presName="compNode" presStyleCnt="0"/>
      <dgm:spPr/>
    </dgm:pt>
    <dgm:pt modelId="{9724880B-A767-49B9-A11D-0CED2371E7CE}" type="pres">
      <dgm:prSet presAssocID="{EFDFC3BD-4DAF-4EBE-9B4B-0F6EFB766381}" presName="iconBgRect" presStyleLbl="bgShp" presStyleIdx="2" presStyleCnt="4"/>
      <dgm:spPr/>
    </dgm:pt>
    <dgm:pt modelId="{5A6F2D53-D033-4297-A511-D84D114D9153}" type="pres">
      <dgm:prSet presAssocID="{EFDFC3BD-4DAF-4EBE-9B4B-0F6EFB7663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C0E22CF-4859-471C-845E-B2B1AF988BB6}" type="pres">
      <dgm:prSet presAssocID="{EFDFC3BD-4DAF-4EBE-9B4B-0F6EFB766381}" presName="spaceRect" presStyleCnt="0"/>
      <dgm:spPr/>
    </dgm:pt>
    <dgm:pt modelId="{D4443633-A906-46B3-98B2-B284A1B67270}" type="pres">
      <dgm:prSet presAssocID="{EFDFC3BD-4DAF-4EBE-9B4B-0F6EFB766381}" presName="textRect" presStyleLbl="revTx" presStyleIdx="2" presStyleCnt="4">
        <dgm:presLayoutVars>
          <dgm:chMax val="1"/>
          <dgm:chPref val="1"/>
        </dgm:presLayoutVars>
      </dgm:prSet>
      <dgm:spPr/>
    </dgm:pt>
    <dgm:pt modelId="{59626F66-5F77-4388-84C7-ACFA37578EFA}" type="pres">
      <dgm:prSet presAssocID="{EF82422D-1333-4FF1-A360-D7C6409283F6}" presName="sibTrans" presStyleCnt="0"/>
      <dgm:spPr/>
    </dgm:pt>
    <dgm:pt modelId="{28453B55-3E99-4E7D-861A-EC81B56B20E2}" type="pres">
      <dgm:prSet presAssocID="{9F46A5D7-AF69-4AE7-BDAB-B719806DBF03}" presName="compNode" presStyleCnt="0"/>
      <dgm:spPr/>
    </dgm:pt>
    <dgm:pt modelId="{558F5FA1-A504-4E4E-9E21-61C2496D0FEA}" type="pres">
      <dgm:prSet presAssocID="{9F46A5D7-AF69-4AE7-BDAB-B719806DBF03}" presName="iconBgRect" presStyleLbl="bgShp" presStyleIdx="3" presStyleCnt="4"/>
      <dgm:spPr/>
    </dgm:pt>
    <dgm:pt modelId="{A6E4CFAD-B8E2-4A65-9E44-780DAD0DCEED}" type="pres">
      <dgm:prSet presAssocID="{9F46A5D7-AF69-4AE7-BDAB-B719806DBF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10059A0-D661-413D-8FEB-89E2C57F2369}" type="pres">
      <dgm:prSet presAssocID="{9F46A5D7-AF69-4AE7-BDAB-B719806DBF03}" presName="spaceRect" presStyleCnt="0"/>
      <dgm:spPr/>
    </dgm:pt>
    <dgm:pt modelId="{B449BB4F-3751-442B-BE66-8861CC3BC968}" type="pres">
      <dgm:prSet presAssocID="{9F46A5D7-AF69-4AE7-BDAB-B719806DBF0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64E423-FD60-4F43-9DD7-E7B592460A2C}" srcId="{43910EAC-51EE-4051-9A86-0026F81D9F16}" destId="{5C540CE5-DBE5-4CAA-B874-DC65D74CEC12}" srcOrd="1" destOrd="0" parTransId="{395AA0F6-B40F-4736-9D67-F577B2661ECC}" sibTransId="{1A6347C4-B3CE-49F4-95A8-4E483ED97E83}"/>
    <dgm:cxn modelId="{3C4FE649-3355-4F9D-B8C8-18ECA534BAF7}" srcId="{43910EAC-51EE-4051-9A86-0026F81D9F16}" destId="{9F46A5D7-AF69-4AE7-BDAB-B719806DBF03}" srcOrd="3" destOrd="0" parTransId="{0F46D2FA-419F-459F-A20D-76EAE52CB038}" sibTransId="{7B6237E4-09CD-45B9-91EC-2ADED34FF4CA}"/>
    <dgm:cxn modelId="{AEEE376B-C008-4F54-BB56-D3F7690B2DBE}" type="presOf" srcId="{E0AB8059-9D4B-497A-A642-3727F79F397B}" destId="{71CCAD6A-CD99-44A7-8FF8-17F9945C848F}" srcOrd="0" destOrd="0" presId="urn:microsoft.com/office/officeart/2018/5/layout/IconCircleLabelList"/>
    <dgm:cxn modelId="{6F9E4353-4E9B-4ECF-A0DC-A097053BFA15}" srcId="{43910EAC-51EE-4051-9A86-0026F81D9F16}" destId="{EFDFC3BD-4DAF-4EBE-9B4B-0F6EFB766381}" srcOrd="2" destOrd="0" parTransId="{A7139D08-67C9-43AB-96AE-57A88D48955C}" sibTransId="{EF82422D-1333-4FF1-A360-D7C6409283F6}"/>
    <dgm:cxn modelId="{073B4D59-AD83-4408-B4A7-7FB126501A88}" srcId="{43910EAC-51EE-4051-9A86-0026F81D9F16}" destId="{E0AB8059-9D4B-497A-A642-3727F79F397B}" srcOrd="0" destOrd="0" parTransId="{8D5DA24C-02A0-4F6C-9A41-6D4213E15DD6}" sibTransId="{413D2382-C7D6-46C6-B0C6-3CF8771E15C0}"/>
    <dgm:cxn modelId="{FB5F03A0-4FEB-45E7-B5F8-29D422C350C6}" type="presOf" srcId="{9F46A5D7-AF69-4AE7-BDAB-B719806DBF03}" destId="{B449BB4F-3751-442B-BE66-8861CC3BC968}" srcOrd="0" destOrd="0" presId="urn:microsoft.com/office/officeart/2018/5/layout/IconCircleLabelList"/>
    <dgm:cxn modelId="{AEE591BF-B3C7-4AF0-9C8F-0BA70A20F9D9}" type="presOf" srcId="{43910EAC-51EE-4051-9A86-0026F81D9F16}" destId="{49FF16E3-A445-4858-A003-0D11814B9C29}" srcOrd="0" destOrd="0" presId="urn:microsoft.com/office/officeart/2018/5/layout/IconCircleLabelList"/>
    <dgm:cxn modelId="{95E5B3CB-3A36-4DD2-9A0F-C62AC48BC728}" type="presOf" srcId="{EFDFC3BD-4DAF-4EBE-9B4B-0F6EFB766381}" destId="{D4443633-A906-46B3-98B2-B284A1B67270}" srcOrd="0" destOrd="0" presId="urn:microsoft.com/office/officeart/2018/5/layout/IconCircleLabelList"/>
    <dgm:cxn modelId="{169B59F9-5F0C-47A2-9B5D-1F9E0A1D6249}" type="presOf" srcId="{5C540CE5-DBE5-4CAA-B874-DC65D74CEC12}" destId="{7547FA20-D2E6-4804-A379-874AF39E085D}" srcOrd="0" destOrd="0" presId="urn:microsoft.com/office/officeart/2018/5/layout/IconCircleLabelList"/>
    <dgm:cxn modelId="{796E84B5-29AA-4476-A531-6D5E39943922}" type="presParOf" srcId="{49FF16E3-A445-4858-A003-0D11814B9C29}" destId="{A49958CB-308E-49ED-9D23-C64B12E387B7}" srcOrd="0" destOrd="0" presId="urn:microsoft.com/office/officeart/2018/5/layout/IconCircleLabelList"/>
    <dgm:cxn modelId="{46B888F9-314C-4F82-B388-77CC8124C0AB}" type="presParOf" srcId="{A49958CB-308E-49ED-9D23-C64B12E387B7}" destId="{E5714909-6894-4CFC-ABD6-9996C85FC7E3}" srcOrd="0" destOrd="0" presId="urn:microsoft.com/office/officeart/2018/5/layout/IconCircleLabelList"/>
    <dgm:cxn modelId="{AEA900B5-43BE-47F5-BAE6-60825AF4C072}" type="presParOf" srcId="{A49958CB-308E-49ED-9D23-C64B12E387B7}" destId="{194EA051-1E2C-483A-A5F3-2155199BE3F1}" srcOrd="1" destOrd="0" presId="urn:microsoft.com/office/officeart/2018/5/layout/IconCircleLabelList"/>
    <dgm:cxn modelId="{83124CA0-F4CB-4CA6-904F-84BA303C3C83}" type="presParOf" srcId="{A49958CB-308E-49ED-9D23-C64B12E387B7}" destId="{D901D6FA-7F5C-4A5A-AD67-3D2406526980}" srcOrd="2" destOrd="0" presId="urn:microsoft.com/office/officeart/2018/5/layout/IconCircleLabelList"/>
    <dgm:cxn modelId="{4AFBFFD2-1039-450B-9CCC-E9BF0CB51D38}" type="presParOf" srcId="{A49958CB-308E-49ED-9D23-C64B12E387B7}" destId="{71CCAD6A-CD99-44A7-8FF8-17F9945C848F}" srcOrd="3" destOrd="0" presId="urn:microsoft.com/office/officeart/2018/5/layout/IconCircleLabelList"/>
    <dgm:cxn modelId="{BC2CA599-031A-40EC-A833-C89F1D3BAF0A}" type="presParOf" srcId="{49FF16E3-A445-4858-A003-0D11814B9C29}" destId="{1E9FC136-48D3-4B6F-874D-EB77016B4B91}" srcOrd="1" destOrd="0" presId="urn:microsoft.com/office/officeart/2018/5/layout/IconCircleLabelList"/>
    <dgm:cxn modelId="{A6586B70-EE3B-4059-AD52-9811E6E5BA8F}" type="presParOf" srcId="{49FF16E3-A445-4858-A003-0D11814B9C29}" destId="{84F76274-2A28-4F42-95D9-117593DB6567}" srcOrd="2" destOrd="0" presId="urn:microsoft.com/office/officeart/2018/5/layout/IconCircleLabelList"/>
    <dgm:cxn modelId="{580DD4CF-06BB-4FA7-9496-FC83D71F982B}" type="presParOf" srcId="{84F76274-2A28-4F42-95D9-117593DB6567}" destId="{407ECCA9-892E-47D9-9A81-4A06AF96212E}" srcOrd="0" destOrd="0" presId="urn:microsoft.com/office/officeart/2018/5/layout/IconCircleLabelList"/>
    <dgm:cxn modelId="{2FBCB28B-4DB2-4E77-BE7A-9C1B3C14927C}" type="presParOf" srcId="{84F76274-2A28-4F42-95D9-117593DB6567}" destId="{96AE320C-8FD4-4565-9BBF-9D5B27C654B2}" srcOrd="1" destOrd="0" presId="urn:microsoft.com/office/officeart/2018/5/layout/IconCircleLabelList"/>
    <dgm:cxn modelId="{F3C8DC9C-5584-4DB5-BCA2-F8FED77D9791}" type="presParOf" srcId="{84F76274-2A28-4F42-95D9-117593DB6567}" destId="{98AB3DAD-A91A-4197-B78A-8735AC99B84B}" srcOrd="2" destOrd="0" presId="urn:microsoft.com/office/officeart/2018/5/layout/IconCircleLabelList"/>
    <dgm:cxn modelId="{D5B45834-FB24-47CD-A609-F323D5C0BB5C}" type="presParOf" srcId="{84F76274-2A28-4F42-95D9-117593DB6567}" destId="{7547FA20-D2E6-4804-A379-874AF39E085D}" srcOrd="3" destOrd="0" presId="urn:microsoft.com/office/officeart/2018/5/layout/IconCircleLabelList"/>
    <dgm:cxn modelId="{0E5670FF-095B-40D8-BF2C-43158D5A27B4}" type="presParOf" srcId="{49FF16E3-A445-4858-A003-0D11814B9C29}" destId="{717A54D0-0089-4E30-9EAF-89DA996488E8}" srcOrd="3" destOrd="0" presId="urn:microsoft.com/office/officeart/2018/5/layout/IconCircleLabelList"/>
    <dgm:cxn modelId="{59F9AFD1-D2E4-4D85-8D24-5914C5F2F0D6}" type="presParOf" srcId="{49FF16E3-A445-4858-A003-0D11814B9C29}" destId="{B90BFB15-58BF-4FD0-AEFC-C4461552CF93}" srcOrd="4" destOrd="0" presId="urn:microsoft.com/office/officeart/2018/5/layout/IconCircleLabelList"/>
    <dgm:cxn modelId="{FDB03E7D-AD89-46CA-B082-3E97553CCEDD}" type="presParOf" srcId="{B90BFB15-58BF-4FD0-AEFC-C4461552CF93}" destId="{9724880B-A767-49B9-A11D-0CED2371E7CE}" srcOrd="0" destOrd="0" presId="urn:microsoft.com/office/officeart/2018/5/layout/IconCircleLabelList"/>
    <dgm:cxn modelId="{BDE78902-EB56-40C0-A8A8-F80E76027E23}" type="presParOf" srcId="{B90BFB15-58BF-4FD0-AEFC-C4461552CF93}" destId="{5A6F2D53-D033-4297-A511-D84D114D9153}" srcOrd="1" destOrd="0" presId="urn:microsoft.com/office/officeart/2018/5/layout/IconCircleLabelList"/>
    <dgm:cxn modelId="{1D734279-AC64-4453-A643-F7B349299383}" type="presParOf" srcId="{B90BFB15-58BF-4FD0-AEFC-C4461552CF93}" destId="{AC0E22CF-4859-471C-845E-B2B1AF988BB6}" srcOrd="2" destOrd="0" presId="urn:microsoft.com/office/officeart/2018/5/layout/IconCircleLabelList"/>
    <dgm:cxn modelId="{62A49A13-9C65-4BC4-8C72-CDF103E6A5D9}" type="presParOf" srcId="{B90BFB15-58BF-4FD0-AEFC-C4461552CF93}" destId="{D4443633-A906-46B3-98B2-B284A1B67270}" srcOrd="3" destOrd="0" presId="urn:microsoft.com/office/officeart/2018/5/layout/IconCircleLabelList"/>
    <dgm:cxn modelId="{81D044B1-167D-48B8-BDFB-AD2807715446}" type="presParOf" srcId="{49FF16E3-A445-4858-A003-0D11814B9C29}" destId="{59626F66-5F77-4388-84C7-ACFA37578EFA}" srcOrd="5" destOrd="0" presId="urn:microsoft.com/office/officeart/2018/5/layout/IconCircleLabelList"/>
    <dgm:cxn modelId="{BA9359AB-BC78-43EA-81FE-59A0E38413AB}" type="presParOf" srcId="{49FF16E3-A445-4858-A003-0D11814B9C29}" destId="{28453B55-3E99-4E7D-861A-EC81B56B20E2}" srcOrd="6" destOrd="0" presId="urn:microsoft.com/office/officeart/2018/5/layout/IconCircleLabelList"/>
    <dgm:cxn modelId="{74810C13-EB54-48C0-BF20-2F9A12319A49}" type="presParOf" srcId="{28453B55-3E99-4E7D-861A-EC81B56B20E2}" destId="{558F5FA1-A504-4E4E-9E21-61C2496D0FEA}" srcOrd="0" destOrd="0" presId="urn:microsoft.com/office/officeart/2018/5/layout/IconCircleLabelList"/>
    <dgm:cxn modelId="{BC6ACCE2-6684-44A1-AD88-D36A12290133}" type="presParOf" srcId="{28453B55-3E99-4E7D-861A-EC81B56B20E2}" destId="{A6E4CFAD-B8E2-4A65-9E44-780DAD0DCEED}" srcOrd="1" destOrd="0" presId="urn:microsoft.com/office/officeart/2018/5/layout/IconCircleLabelList"/>
    <dgm:cxn modelId="{882E623C-6E78-4567-9B55-2DC47587B78E}" type="presParOf" srcId="{28453B55-3E99-4E7D-861A-EC81B56B20E2}" destId="{A10059A0-D661-413D-8FEB-89E2C57F2369}" srcOrd="2" destOrd="0" presId="urn:microsoft.com/office/officeart/2018/5/layout/IconCircleLabelList"/>
    <dgm:cxn modelId="{A1A11DDA-66FD-442E-B049-FA2C070E391F}" type="presParOf" srcId="{28453B55-3E99-4E7D-861A-EC81B56B20E2}" destId="{B449BB4F-3751-442B-BE66-8861CC3BC9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3AC739-62C9-4508-9286-08894D3DA2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46FBD5-DBA2-43E9-859E-367CDA1B7C86}">
      <dgm:prSet/>
      <dgm:spPr/>
      <dgm:t>
        <a:bodyPr/>
        <a:lstStyle/>
        <a:p>
          <a:r>
            <a:rPr lang="en-US"/>
            <a:t>Handles large data</a:t>
          </a:r>
        </a:p>
      </dgm:t>
    </dgm:pt>
    <dgm:pt modelId="{2659D60D-EEC4-4A6D-8083-950AE7314A17}" type="parTrans" cxnId="{E3842BD4-CE6E-42B1-B1E4-B3EC4212E96D}">
      <dgm:prSet/>
      <dgm:spPr/>
      <dgm:t>
        <a:bodyPr/>
        <a:lstStyle/>
        <a:p>
          <a:endParaRPr lang="en-US"/>
        </a:p>
      </dgm:t>
    </dgm:pt>
    <dgm:pt modelId="{221F87CD-8B3A-437A-8701-4F09574E4917}" type="sibTrans" cxnId="{E3842BD4-CE6E-42B1-B1E4-B3EC4212E96D}">
      <dgm:prSet/>
      <dgm:spPr/>
      <dgm:t>
        <a:bodyPr/>
        <a:lstStyle/>
        <a:p>
          <a:endParaRPr lang="en-US"/>
        </a:p>
      </dgm:t>
    </dgm:pt>
    <dgm:pt modelId="{C3C17476-EA50-4F83-A1AC-F9A71CF8D361}">
      <dgm:prSet/>
      <dgm:spPr/>
      <dgm:t>
        <a:bodyPr/>
        <a:lstStyle/>
        <a:p>
          <a:r>
            <a:rPr lang="en-US"/>
            <a:t>Distributed computation</a:t>
          </a:r>
        </a:p>
      </dgm:t>
    </dgm:pt>
    <dgm:pt modelId="{68C42C22-76B2-4496-9536-D108BF86D565}" type="parTrans" cxnId="{6F4369E9-0358-4E49-B4E2-531BB4376AAA}">
      <dgm:prSet/>
      <dgm:spPr/>
      <dgm:t>
        <a:bodyPr/>
        <a:lstStyle/>
        <a:p>
          <a:endParaRPr lang="en-US"/>
        </a:p>
      </dgm:t>
    </dgm:pt>
    <dgm:pt modelId="{1C9B9B08-7A47-4BD9-8A01-E3BF26CE8FE2}" type="sibTrans" cxnId="{6F4369E9-0358-4E49-B4E2-531BB4376AAA}">
      <dgm:prSet/>
      <dgm:spPr/>
      <dgm:t>
        <a:bodyPr/>
        <a:lstStyle/>
        <a:p>
          <a:endParaRPr lang="en-US"/>
        </a:p>
      </dgm:t>
    </dgm:pt>
    <dgm:pt modelId="{A667A884-C446-4B8F-ADF6-2580E63CC9BC}">
      <dgm:prSet/>
      <dgm:spPr/>
      <dgm:t>
        <a:bodyPr/>
        <a:lstStyle/>
        <a:p>
          <a:r>
            <a:rPr lang="en-US"/>
            <a:t>API integration</a:t>
          </a:r>
        </a:p>
      </dgm:t>
    </dgm:pt>
    <dgm:pt modelId="{710D2322-8249-401F-87CE-8DBFE1443165}" type="parTrans" cxnId="{6A81A6D8-D2EF-4607-B662-6F78471153C4}">
      <dgm:prSet/>
      <dgm:spPr/>
      <dgm:t>
        <a:bodyPr/>
        <a:lstStyle/>
        <a:p>
          <a:endParaRPr lang="en-US"/>
        </a:p>
      </dgm:t>
    </dgm:pt>
    <dgm:pt modelId="{823B31B4-260C-4C12-B469-C0E2931ABAC8}" type="sibTrans" cxnId="{6A81A6D8-D2EF-4607-B662-6F78471153C4}">
      <dgm:prSet/>
      <dgm:spPr/>
      <dgm:t>
        <a:bodyPr/>
        <a:lstStyle/>
        <a:p>
          <a:endParaRPr lang="en-US"/>
        </a:p>
      </dgm:t>
    </dgm:pt>
    <dgm:pt modelId="{B641C8A4-DCB6-423D-B311-D4E361FEBE6B}">
      <dgm:prSet/>
      <dgm:spPr/>
      <dgm:t>
        <a:bodyPr/>
        <a:lstStyle/>
        <a:p>
          <a:r>
            <a:rPr lang="en-US"/>
            <a:t>Scalable solution</a:t>
          </a:r>
        </a:p>
      </dgm:t>
    </dgm:pt>
    <dgm:pt modelId="{F998E0F2-8EAB-4A14-B7DD-CAAD5056BE96}" type="parTrans" cxnId="{E824DB9B-FB2E-4AE3-A741-8647BF83CDF8}">
      <dgm:prSet/>
      <dgm:spPr/>
      <dgm:t>
        <a:bodyPr/>
        <a:lstStyle/>
        <a:p>
          <a:endParaRPr lang="en-US"/>
        </a:p>
      </dgm:t>
    </dgm:pt>
    <dgm:pt modelId="{AC77E061-C547-47A5-99C6-3843CFFA33C7}" type="sibTrans" cxnId="{E824DB9B-FB2E-4AE3-A741-8647BF83CDF8}">
      <dgm:prSet/>
      <dgm:spPr/>
      <dgm:t>
        <a:bodyPr/>
        <a:lstStyle/>
        <a:p>
          <a:endParaRPr lang="en-US"/>
        </a:p>
      </dgm:t>
    </dgm:pt>
    <dgm:pt modelId="{B95DD667-3382-4785-9AAB-95C291343D66}" type="pres">
      <dgm:prSet presAssocID="{F03AC739-62C9-4508-9286-08894D3DA2D6}" presName="root" presStyleCnt="0">
        <dgm:presLayoutVars>
          <dgm:dir/>
          <dgm:resizeHandles val="exact"/>
        </dgm:presLayoutVars>
      </dgm:prSet>
      <dgm:spPr/>
    </dgm:pt>
    <dgm:pt modelId="{4AB7B470-3090-4CC9-82AE-4759FF2E122C}" type="pres">
      <dgm:prSet presAssocID="{4246FBD5-DBA2-43E9-859E-367CDA1B7C86}" presName="compNode" presStyleCnt="0"/>
      <dgm:spPr/>
    </dgm:pt>
    <dgm:pt modelId="{2FE1F6D3-5641-4BFB-AD02-DC36584F8421}" type="pres">
      <dgm:prSet presAssocID="{4246FBD5-DBA2-43E9-859E-367CDA1B7C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6E7D1FC-8634-4356-B647-50095DA11376}" type="pres">
      <dgm:prSet presAssocID="{4246FBD5-DBA2-43E9-859E-367CDA1B7C86}" presName="spaceRect" presStyleCnt="0"/>
      <dgm:spPr/>
    </dgm:pt>
    <dgm:pt modelId="{BE8375F7-E046-4807-97C6-3535F0F8840C}" type="pres">
      <dgm:prSet presAssocID="{4246FBD5-DBA2-43E9-859E-367CDA1B7C86}" presName="textRect" presStyleLbl="revTx" presStyleIdx="0" presStyleCnt="4">
        <dgm:presLayoutVars>
          <dgm:chMax val="1"/>
          <dgm:chPref val="1"/>
        </dgm:presLayoutVars>
      </dgm:prSet>
      <dgm:spPr/>
    </dgm:pt>
    <dgm:pt modelId="{0A694445-941E-4334-A27C-F5E011E1F5F6}" type="pres">
      <dgm:prSet presAssocID="{221F87CD-8B3A-437A-8701-4F09574E4917}" presName="sibTrans" presStyleCnt="0"/>
      <dgm:spPr/>
    </dgm:pt>
    <dgm:pt modelId="{7D4703B3-661F-42AF-8348-4AC678576F93}" type="pres">
      <dgm:prSet presAssocID="{C3C17476-EA50-4F83-A1AC-F9A71CF8D361}" presName="compNode" presStyleCnt="0"/>
      <dgm:spPr/>
    </dgm:pt>
    <dgm:pt modelId="{A6C2788E-43C4-47EA-94B1-890D990FAA40}" type="pres">
      <dgm:prSet presAssocID="{C3C17476-EA50-4F83-A1AC-F9A71CF8D3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93F40FC-CCF0-4A37-BF73-1E9EACBCC359}" type="pres">
      <dgm:prSet presAssocID="{C3C17476-EA50-4F83-A1AC-F9A71CF8D361}" presName="spaceRect" presStyleCnt="0"/>
      <dgm:spPr/>
    </dgm:pt>
    <dgm:pt modelId="{D37E9E80-7807-4881-BFD0-5ECA7C689319}" type="pres">
      <dgm:prSet presAssocID="{C3C17476-EA50-4F83-A1AC-F9A71CF8D361}" presName="textRect" presStyleLbl="revTx" presStyleIdx="1" presStyleCnt="4">
        <dgm:presLayoutVars>
          <dgm:chMax val="1"/>
          <dgm:chPref val="1"/>
        </dgm:presLayoutVars>
      </dgm:prSet>
      <dgm:spPr/>
    </dgm:pt>
    <dgm:pt modelId="{893A1810-46F9-4453-9280-34DB084A184E}" type="pres">
      <dgm:prSet presAssocID="{1C9B9B08-7A47-4BD9-8A01-E3BF26CE8FE2}" presName="sibTrans" presStyleCnt="0"/>
      <dgm:spPr/>
    </dgm:pt>
    <dgm:pt modelId="{71F9584E-E476-420A-8E5B-C6EAE74DF6F1}" type="pres">
      <dgm:prSet presAssocID="{A667A884-C446-4B8F-ADF6-2580E63CC9BC}" presName="compNode" presStyleCnt="0"/>
      <dgm:spPr/>
    </dgm:pt>
    <dgm:pt modelId="{A4A84EFE-6620-4DD7-B5F5-2744B65C944D}" type="pres">
      <dgm:prSet presAssocID="{A667A884-C446-4B8F-ADF6-2580E63CC9B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F903177-CD71-4D2C-9F86-FF587A6FF2CB}" type="pres">
      <dgm:prSet presAssocID="{A667A884-C446-4B8F-ADF6-2580E63CC9BC}" presName="spaceRect" presStyleCnt="0"/>
      <dgm:spPr/>
    </dgm:pt>
    <dgm:pt modelId="{B872C77F-74AF-43D8-A110-B79420100B6C}" type="pres">
      <dgm:prSet presAssocID="{A667A884-C446-4B8F-ADF6-2580E63CC9BC}" presName="textRect" presStyleLbl="revTx" presStyleIdx="2" presStyleCnt="4">
        <dgm:presLayoutVars>
          <dgm:chMax val="1"/>
          <dgm:chPref val="1"/>
        </dgm:presLayoutVars>
      </dgm:prSet>
      <dgm:spPr/>
    </dgm:pt>
    <dgm:pt modelId="{D5822E05-6716-4C5D-9AA7-0057BDAFF112}" type="pres">
      <dgm:prSet presAssocID="{823B31B4-260C-4C12-B469-C0E2931ABAC8}" presName="sibTrans" presStyleCnt="0"/>
      <dgm:spPr/>
    </dgm:pt>
    <dgm:pt modelId="{4DEA426F-F80D-442C-A73E-1E4FF816F146}" type="pres">
      <dgm:prSet presAssocID="{B641C8A4-DCB6-423D-B311-D4E361FEBE6B}" presName="compNode" presStyleCnt="0"/>
      <dgm:spPr/>
    </dgm:pt>
    <dgm:pt modelId="{D58BFE73-C8E4-4C92-8C5C-8B8EAD037741}" type="pres">
      <dgm:prSet presAssocID="{B641C8A4-DCB6-423D-B311-D4E361FEBE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B1E9F9E-E656-4A4F-BDCC-F79A7ED8E476}" type="pres">
      <dgm:prSet presAssocID="{B641C8A4-DCB6-423D-B311-D4E361FEBE6B}" presName="spaceRect" presStyleCnt="0"/>
      <dgm:spPr/>
    </dgm:pt>
    <dgm:pt modelId="{42CDB572-26E6-4046-A542-EA93CFD73C19}" type="pres">
      <dgm:prSet presAssocID="{B641C8A4-DCB6-423D-B311-D4E361FEBE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87D4E18-71F9-435E-921C-DB1C9486FC19}" type="presOf" srcId="{4246FBD5-DBA2-43E9-859E-367CDA1B7C86}" destId="{BE8375F7-E046-4807-97C6-3535F0F8840C}" srcOrd="0" destOrd="0" presId="urn:microsoft.com/office/officeart/2018/2/layout/IconLabelList"/>
    <dgm:cxn modelId="{E66B9743-F8FB-495D-A839-103EF2B8F679}" type="presOf" srcId="{F03AC739-62C9-4508-9286-08894D3DA2D6}" destId="{B95DD667-3382-4785-9AAB-95C291343D66}" srcOrd="0" destOrd="0" presId="urn:microsoft.com/office/officeart/2018/2/layout/IconLabelList"/>
    <dgm:cxn modelId="{5E9F0479-37F4-4FF0-A559-0886A20836FD}" type="presOf" srcId="{C3C17476-EA50-4F83-A1AC-F9A71CF8D361}" destId="{D37E9E80-7807-4881-BFD0-5ECA7C689319}" srcOrd="0" destOrd="0" presId="urn:microsoft.com/office/officeart/2018/2/layout/IconLabelList"/>
    <dgm:cxn modelId="{E824DB9B-FB2E-4AE3-A741-8647BF83CDF8}" srcId="{F03AC739-62C9-4508-9286-08894D3DA2D6}" destId="{B641C8A4-DCB6-423D-B311-D4E361FEBE6B}" srcOrd="3" destOrd="0" parTransId="{F998E0F2-8EAB-4A14-B7DD-CAAD5056BE96}" sibTransId="{AC77E061-C547-47A5-99C6-3843CFFA33C7}"/>
    <dgm:cxn modelId="{4C61F0A1-7459-4B4A-9C97-1AC3C725097B}" type="presOf" srcId="{B641C8A4-DCB6-423D-B311-D4E361FEBE6B}" destId="{42CDB572-26E6-4046-A542-EA93CFD73C19}" srcOrd="0" destOrd="0" presId="urn:microsoft.com/office/officeart/2018/2/layout/IconLabelList"/>
    <dgm:cxn modelId="{388D06AE-14E2-438C-BF2A-C09DF3F02591}" type="presOf" srcId="{A667A884-C446-4B8F-ADF6-2580E63CC9BC}" destId="{B872C77F-74AF-43D8-A110-B79420100B6C}" srcOrd="0" destOrd="0" presId="urn:microsoft.com/office/officeart/2018/2/layout/IconLabelList"/>
    <dgm:cxn modelId="{E3842BD4-CE6E-42B1-B1E4-B3EC4212E96D}" srcId="{F03AC739-62C9-4508-9286-08894D3DA2D6}" destId="{4246FBD5-DBA2-43E9-859E-367CDA1B7C86}" srcOrd="0" destOrd="0" parTransId="{2659D60D-EEC4-4A6D-8083-950AE7314A17}" sibTransId="{221F87CD-8B3A-437A-8701-4F09574E4917}"/>
    <dgm:cxn modelId="{6A81A6D8-D2EF-4607-B662-6F78471153C4}" srcId="{F03AC739-62C9-4508-9286-08894D3DA2D6}" destId="{A667A884-C446-4B8F-ADF6-2580E63CC9BC}" srcOrd="2" destOrd="0" parTransId="{710D2322-8249-401F-87CE-8DBFE1443165}" sibTransId="{823B31B4-260C-4C12-B469-C0E2931ABAC8}"/>
    <dgm:cxn modelId="{6F4369E9-0358-4E49-B4E2-531BB4376AAA}" srcId="{F03AC739-62C9-4508-9286-08894D3DA2D6}" destId="{C3C17476-EA50-4F83-A1AC-F9A71CF8D361}" srcOrd="1" destOrd="0" parTransId="{68C42C22-76B2-4496-9536-D108BF86D565}" sibTransId="{1C9B9B08-7A47-4BD9-8A01-E3BF26CE8FE2}"/>
    <dgm:cxn modelId="{74C49258-0E92-45E4-A372-BBCC9E463CAB}" type="presParOf" srcId="{B95DD667-3382-4785-9AAB-95C291343D66}" destId="{4AB7B470-3090-4CC9-82AE-4759FF2E122C}" srcOrd="0" destOrd="0" presId="urn:microsoft.com/office/officeart/2018/2/layout/IconLabelList"/>
    <dgm:cxn modelId="{B0E3B3E4-D44B-46F6-A07C-0D1A5CF90E89}" type="presParOf" srcId="{4AB7B470-3090-4CC9-82AE-4759FF2E122C}" destId="{2FE1F6D3-5641-4BFB-AD02-DC36584F8421}" srcOrd="0" destOrd="0" presId="urn:microsoft.com/office/officeart/2018/2/layout/IconLabelList"/>
    <dgm:cxn modelId="{190C6C90-BDA7-4157-B84B-F3D2286F5EFC}" type="presParOf" srcId="{4AB7B470-3090-4CC9-82AE-4759FF2E122C}" destId="{F6E7D1FC-8634-4356-B647-50095DA11376}" srcOrd="1" destOrd="0" presId="urn:microsoft.com/office/officeart/2018/2/layout/IconLabelList"/>
    <dgm:cxn modelId="{BE225882-516B-45FF-B867-56825AF37EB9}" type="presParOf" srcId="{4AB7B470-3090-4CC9-82AE-4759FF2E122C}" destId="{BE8375F7-E046-4807-97C6-3535F0F8840C}" srcOrd="2" destOrd="0" presId="urn:microsoft.com/office/officeart/2018/2/layout/IconLabelList"/>
    <dgm:cxn modelId="{902FB85D-7EDB-4DE0-A7DC-8C60D6FB6EA4}" type="presParOf" srcId="{B95DD667-3382-4785-9AAB-95C291343D66}" destId="{0A694445-941E-4334-A27C-F5E011E1F5F6}" srcOrd="1" destOrd="0" presId="urn:microsoft.com/office/officeart/2018/2/layout/IconLabelList"/>
    <dgm:cxn modelId="{3D302879-1DD0-40D8-8238-49E2D2B610A2}" type="presParOf" srcId="{B95DD667-3382-4785-9AAB-95C291343D66}" destId="{7D4703B3-661F-42AF-8348-4AC678576F93}" srcOrd="2" destOrd="0" presId="urn:microsoft.com/office/officeart/2018/2/layout/IconLabelList"/>
    <dgm:cxn modelId="{FC3E8E73-FA2A-4E47-B436-7D35BC5F63CD}" type="presParOf" srcId="{7D4703B3-661F-42AF-8348-4AC678576F93}" destId="{A6C2788E-43C4-47EA-94B1-890D990FAA40}" srcOrd="0" destOrd="0" presId="urn:microsoft.com/office/officeart/2018/2/layout/IconLabelList"/>
    <dgm:cxn modelId="{4030D6FD-4981-4A30-9348-ABB35B94EF0C}" type="presParOf" srcId="{7D4703B3-661F-42AF-8348-4AC678576F93}" destId="{593F40FC-CCF0-4A37-BF73-1E9EACBCC359}" srcOrd="1" destOrd="0" presId="urn:microsoft.com/office/officeart/2018/2/layout/IconLabelList"/>
    <dgm:cxn modelId="{E2BE70F7-715C-4F6B-B1CD-2A0BF64D74E2}" type="presParOf" srcId="{7D4703B3-661F-42AF-8348-4AC678576F93}" destId="{D37E9E80-7807-4881-BFD0-5ECA7C689319}" srcOrd="2" destOrd="0" presId="urn:microsoft.com/office/officeart/2018/2/layout/IconLabelList"/>
    <dgm:cxn modelId="{C0F5AC13-6177-458A-8503-AE3D8E8FAFA3}" type="presParOf" srcId="{B95DD667-3382-4785-9AAB-95C291343D66}" destId="{893A1810-46F9-4453-9280-34DB084A184E}" srcOrd="3" destOrd="0" presId="urn:microsoft.com/office/officeart/2018/2/layout/IconLabelList"/>
    <dgm:cxn modelId="{7E8F8735-B8E9-4879-A146-17A064D60021}" type="presParOf" srcId="{B95DD667-3382-4785-9AAB-95C291343D66}" destId="{71F9584E-E476-420A-8E5B-C6EAE74DF6F1}" srcOrd="4" destOrd="0" presId="urn:microsoft.com/office/officeart/2018/2/layout/IconLabelList"/>
    <dgm:cxn modelId="{C3E66F7C-CB03-4644-993F-9D0C7638EE34}" type="presParOf" srcId="{71F9584E-E476-420A-8E5B-C6EAE74DF6F1}" destId="{A4A84EFE-6620-4DD7-B5F5-2744B65C944D}" srcOrd="0" destOrd="0" presId="urn:microsoft.com/office/officeart/2018/2/layout/IconLabelList"/>
    <dgm:cxn modelId="{74C2A7E9-D711-495C-B9FE-BAE76CD0A866}" type="presParOf" srcId="{71F9584E-E476-420A-8E5B-C6EAE74DF6F1}" destId="{DF903177-CD71-4D2C-9F86-FF587A6FF2CB}" srcOrd="1" destOrd="0" presId="urn:microsoft.com/office/officeart/2018/2/layout/IconLabelList"/>
    <dgm:cxn modelId="{C4325D72-A95C-4901-A688-2C794199E942}" type="presParOf" srcId="{71F9584E-E476-420A-8E5B-C6EAE74DF6F1}" destId="{B872C77F-74AF-43D8-A110-B79420100B6C}" srcOrd="2" destOrd="0" presId="urn:microsoft.com/office/officeart/2018/2/layout/IconLabelList"/>
    <dgm:cxn modelId="{96468DDE-77F5-4130-B656-59EF490DFC6F}" type="presParOf" srcId="{B95DD667-3382-4785-9AAB-95C291343D66}" destId="{D5822E05-6716-4C5D-9AA7-0057BDAFF112}" srcOrd="5" destOrd="0" presId="urn:microsoft.com/office/officeart/2018/2/layout/IconLabelList"/>
    <dgm:cxn modelId="{99F2EC7D-A0A9-4F2E-8C91-932EE3B4D58E}" type="presParOf" srcId="{B95DD667-3382-4785-9AAB-95C291343D66}" destId="{4DEA426F-F80D-442C-A73E-1E4FF816F146}" srcOrd="6" destOrd="0" presId="urn:microsoft.com/office/officeart/2018/2/layout/IconLabelList"/>
    <dgm:cxn modelId="{2526979C-35C0-4AA3-85AA-19699CA8D7F6}" type="presParOf" srcId="{4DEA426F-F80D-442C-A73E-1E4FF816F146}" destId="{D58BFE73-C8E4-4C92-8C5C-8B8EAD037741}" srcOrd="0" destOrd="0" presId="urn:microsoft.com/office/officeart/2018/2/layout/IconLabelList"/>
    <dgm:cxn modelId="{997EE52E-F158-4687-A34F-81A92594F9C3}" type="presParOf" srcId="{4DEA426F-F80D-442C-A73E-1E4FF816F146}" destId="{FB1E9F9E-E656-4A4F-BDCC-F79A7ED8E476}" srcOrd="1" destOrd="0" presId="urn:microsoft.com/office/officeart/2018/2/layout/IconLabelList"/>
    <dgm:cxn modelId="{2609403A-A043-420A-ACDB-6552CABC35FE}" type="presParOf" srcId="{4DEA426F-F80D-442C-A73E-1E4FF816F146}" destId="{42CDB572-26E6-4046-A542-EA93CFD73C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CF4F89-1B15-4D8E-BFD9-2711687246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3FEBAB-4189-4AEB-A9E9-3870590F57B4}">
      <dgm:prSet/>
      <dgm:spPr/>
      <dgm:t>
        <a:bodyPr/>
        <a:lstStyle/>
        <a:p>
          <a:pPr>
            <a:defRPr cap="all"/>
          </a:pPr>
          <a:r>
            <a:rPr lang="en-US"/>
            <a:t>Optimized routes</a:t>
          </a:r>
        </a:p>
      </dgm:t>
    </dgm:pt>
    <dgm:pt modelId="{3C2DA0AA-A3E0-4A43-A048-B8B87EA7FF95}" type="parTrans" cxnId="{295A1A96-3FBC-4CE1-9114-4233F27D577F}">
      <dgm:prSet/>
      <dgm:spPr/>
      <dgm:t>
        <a:bodyPr/>
        <a:lstStyle/>
        <a:p>
          <a:endParaRPr lang="en-US"/>
        </a:p>
      </dgm:t>
    </dgm:pt>
    <dgm:pt modelId="{62D3D96E-680B-4A78-AF07-A8026C205FA3}" type="sibTrans" cxnId="{295A1A96-3FBC-4CE1-9114-4233F27D577F}">
      <dgm:prSet/>
      <dgm:spPr/>
      <dgm:t>
        <a:bodyPr/>
        <a:lstStyle/>
        <a:p>
          <a:endParaRPr lang="en-US"/>
        </a:p>
      </dgm:t>
    </dgm:pt>
    <dgm:pt modelId="{5B34E2C5-7250-4EC3-9958-DE42CADF2052}">
      <dgm:prSet/>
      <dgm:spPr/>
      <dgm:t>
        <a:bodyPr/>
        <a:lstStyle/>
        <a:p>
          <a:pPr>
            <a:defRPr cap="all"/>
          </a:pPr>
          <a:r>
            <a:rPr lang="en-US"/>
            <a:t>Vehicle assignments</a:t>
          </a:r>
        </a:p>
      </dgm:t>
    </dgm:pt>
    <dgm:pt modelId="{742A01A5-BD31-49EA-8127-56E7F6BA0D68}" type="parTrans" cxnId="{3E60B444-A7C0-47A4-832D-90986A0D4FEA}">
      <dgm:prSet/>
      <dgm:spPr/>
      <dgm:t>
        <a:bodyPr/>
        <a:lstStyle/>
        <a:p>
          <a:endParaRPr lang="en-US"/>
        </a:p>
      </dgm:t>
    </dgm:pt>
    <dgm:pt modelId="{59DEC90D-6F20-4ABA-BB19-7DEB2009B665}" type="sibTrans" cxnId="{3E60B444-A7C0-47A4-832D-90986A0D4FEA}">
      <dgm:prSet/>
      <dgm:spPr/>
      <dgm:t>
        <a:bodyPr/>
        <a:lstStyle/>
        <a:p>
          <a:endParaRPr lang="en-US"/>
        </a:p>
      </dgm:t>
    </dgm:pt>
    <dgm:pt modelId="{688E5024-5C03-479D-8E94-3644F72ACC59}">
      <dgm:prSet/>
      <dgm:spPr/>
      <dgm:t>
        <a:bodyPr/>
        <a:lstStyle/>
        <a:p>
          <a:pPr>
            <a:defRPr cap="all"/>
          </a:pPr>
          <a:r>
            <a:rPr lang="en-US"/>
            <a:t>Priority scheduling</a:t>
          </a:r>
        </a:p>
      </dgm:t>
    </dgm:pt>
    <dgm:pt modelId="{C81CFF65-AE57-4819-986C-7CDF78648EF0}" type="parTrans" cxnId="{8328E96D-D591-4DD3-9603-4B81BBD19030}">
      <dgm:prSet/>
      <dgm:spPr/>
      <dgm:t>
        <a:bodyPr/>
        <a:lstStyle/>
        <a:p>
          <a:endParaRPr lang="en-US"/>
        </a:p>
      </dgm:t>
    </dgm:pt>
    <dgm:pt modelId="{E092D0B0-F57E-47A0-944E-62355B31C307}" type="sibTrans" cxnId="{8328E96D-D591-4DD3-9603-4B81BBD19030}">
      <dgm:prSet/>
      <dgm:spPr/>
      <dgm:t>
        <a:bodyPr/>
        <a:lstStyle/>
        <a:p>
          <a:endParaRPr lang="en-US"/>
        </a:p>
      </dgm:t>
    </dgm:pt>
    <dgm:pt modelId="{AD281EC8-2C44-434F-8DFC-38B8BD8E52CF}">
      <dgm:prSet/>
      <dgm:spPr/>
      <dgm:t>
        <a:bodyPr/>
        <a:lstStyle/>
        <a:p>
          <a:pPr>
            <a:defRPr cap="all"/>
          </a:pPr>
          <a:r>
            <a:rPr lang="en-US"/>
            <a:t>Reduced delays</a:t>
          </a:r>
        </a:p>
      </dgm:t>
    </dgm:pt>
    <dgm:pt modelId="{583E357B-6CF2-4B9A-9AB4-FBFD22A6642B}" type="parTrans" cxnId="{EE1B02A9-47F3-451B-B1CA-0AD4C7BFF99C}">
      <dgm:prSet/>
      <dgm:spPr/>
      <dgm:t>
        <a:bodyPr/>
        <a:lstStyle/>
        <a:p>
          <a:endParaRPr lang="en-US"/>
        </a:p>
      </dgm:t>
    </dgm:pt>
    <dgm:pt modelId="{9DD85780-7B51-4F3B-A6E2-2A8644BC55A6}" type="sibTrans" cxnId="{EE1B02A9-47F3-451B-B1CA-0AD4C7BFF99C}">
      <dgm:prSet/>
      <dgm:spPr/>
      <dgm:t>
        <a:bodyPr/>
        <a:lstStyle/>
        <a:p>
          <a:endParaRPr lang="en-US"/>
        </a:p>
      </dgm:t>
    </dgm:pt>
    <dgm:pt modelId="{3B71D068-EDEF-4330-963B-762CB3BE0016}" type="pres">
      <dgm:prSet presAssocID="{52CF4F89-1B15-4D8E-BFD9-27116872464A}" presName="root" presStyleCnt="0">
        <dgm:presLayoutVars>
          <dgm:dir/>
          <dgm:resizeHandles val="exact"/>
        </dgm:presLayoutVars>
      </dgm:prSet>
      <dgm:spPr/>
    </dgm:pt>
    <dgm:pt modelId="{28AE40BB-00BF-4B90-BA3B-DB670D925F4A}" type="pres">
      <dgm:prSet presAssocID="{623FEBAB-4189-4AEB-A9E9-3870590F57B4}" presName="compNode" presStyleCnt="0"/>
      <dgm:spPr/>
    </dgm:pt>
    <dgm:pt modelId="{FE90A131-555F-411C-9E59-47B6D1680034}" type="pres">
      <dgm:prSet presAssocID="{623FEBAB-4189-4AEB-A9E9-3870590F57B4}" presName="iconBgRect" presStyleLbl="bgShp" presStyleIdx="0" presStyleCnt="4"/>
      <dgm:spPr/>
    </dgm:pt>
    <dgm:pt modelId="{4057DDAB-3E6B-4F6B-9548-72D388C3CFC6}" type="pres">
      <dgm:prSet presAssocID="{623FEBAB-4189-4AEB-A9E9-3870590F57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97ED4CF3-6F26-4119-B305-70E44443D278}" type="pres">
      <dgm:prSet presAssocID="{623FEBAB-4189-4AEB-A9E9-3870590F57B4}" presName="spaceRect" presStyleCnt="0"/>
      <dgm:spPr/>
    </dgm:pt>
    <dgm:pt modelId="{50754667-DA79-45CC-BD39-BBBC7D3A2F16}" type="pres">
      <dgm:prSet presAssocID="{623FEBAB-4189-4AEB-A9E9-3870590F57B4}" presName="textRect" presStyleLbl="revTx" presStyleIdx="0" presStyleCnt="4">
        <dgm:presLayoutVars>
          <dgm:chMax val="1"/>
          <dgm:chPref val="1"/>
        </dgm:presLayoutVars>
      </dgm:prSet>
      <dgm:spPr/>
    </dgm:pt>
    <dgm:pt modelId="{758B5461-CB5A-47E3-952F-15B550C26712}" type="pres">
      <dgm:prSet presAssocID="{62D3D96E-680B-4A78-AF07-A8026C205FA3}" presName="sibTrans" presStyleCnt="0"/>
      <dgm:spPr/>
    </dgm:pt>
    <dgm:pt modelId="{DE77FA14-B39E-4DD0-A1EB-4C251D450F3C}" type="pres">
      <dgm:prSet presAssocID="{5B34E2C5-7250-4EC3-9958-DE42CADF2052}" presName="compNode" presStyleCnt="0"/>
      <dgm:spPr/>
    </dgm:pt>
    <dgm:pt modelId="{6D9133E9-8BF2-4DC9-9876-17A7A6F166CE}" type="pres">
      <dgm:prSet presAssocID="{5B34E2C5-7250-4EC3-9958-DE42CADF2052}" presName="iconBgRect" presStyleLbl="bgShp" presStyleIdx="1" presStyleCnt="4"/>
      <dgm:spPr/>
    </dgm:pt>
    <dgm:pt modelId="{444C2519-2DDA-4B6B-A45B-BEC024C92DBA}" type="pres">
      <dgm:prSet presAssocID="{5B34E2C5-7250-4EC3-9958-DE42CADF20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7EF6E22-2EAB-45F6-BD21-FA6A68BA81DD}" type="pres">
      <dgm:prSet presAssocID="{5B34E2C5-7250-4EC3-9958-DE42CADF2052}" presName="spaceRect" presStyleCnt="0"/>
      <dgm:spPr/>
    </dgm:pt>
    <dgm:pt modelId="{8F8866C9-7866-4565-BE36-00FBA5063EA8}" type="pres">
      <dgm:prSet presAssocID="{5B34E2C5-7250-4EC3-9958-DE42CADF2052}" presName="textRect" presStyleLbl="revTx" presStyleIdx="1" presStyleCnt="4">
        <dgm:presLayoutVars>
          <dgm:chMax val="1"/>
          <dgm:chPref val="1"/>
        </dgm:presLayoutVars>
      </dgm:prSet>
      <dgm:spPr/>
    </dgm:pt>
    <dgm:pt modelId="{EE853431-FD57-4F50-A6D1-0D3718CEDD9C}" type="pres">
      <dgm:prSet presAssocID="{59DEC90D-6F20-4ABA-BB19-7DEB2009B665}" presName="sibTrans" presStyleCnt="0"/>
      <dgm:spPr/>
    </dgm:pt>
    <dgm:pt modelId="{C9D28CBD-2D9C-44F6-B6DE-CC6B37A740FF}" type="pres">
      <dgm:prSet presAssocID="{688E5024-5C03-479D-8E94-3644F72ACC59}" presName="compNode" presStyleCnt="0"/>
      <dgm:spPr/>
    </dgm:pt>
    <dgm:pt modelId="{36CB0B4A-7CBC-487A-860D-27E0034EA450}" type="pres">
      <dgm:prSet presAssocID="{688E5024-5C03-479D-8E94-3644F72ACC59}" presName="iconBgRect" presStyleLbl="bgShp" presStyleIdx="2" presStyleCnt="4"/>
      <dgm:spPr/>
    </dgm:pt>
    <dgm:pt modelId="{1A182566-C35F-4622-938A-F929CDEC7AF7}" type="pres">
      <dgm:prSet presAssocID="{688E5024-5C03-479D-8E94-3644F72ACC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A175A7F0-9289-4B7B-8289-80ABB51ED6A3}" type="pres">
      <dgm:prSet presAssocID="{688E5024-5C03-479D-8E94-3644F72ACC59}" presName="spaceRect" presStyleCnt="0"/>
      <dgm:spPr/>
    </dgm:pt>
    <dgm:pt modelId="{F759ED6A-FC05-4457-9F64-3CAA77F8C052}" type="pres">
      <dgm:prSet presAssocID="{688E5024-5C03-479D-8E94-3644F72ACC59}" presName="textRect" presStyleLbl="revTx" presStyleIdx="2" presStyleCnt="4">
        <dgm:presLayoutVars>
          <dgm:chMax val="1"/>
          <dgm:chPref val="1"/>
        </dgm:presLayoutVars>
      </dgm:prSet>
      <dgm:spPr/>
    </dgm:pt>
    <dgm:pt modelId="{2F0842EF-5FCD-4F04-9F41-76D45261FF7E}" type="pres">
      <dgm:prSet presAssocID="{E092D0B0-F57E-47A0-944E-62355B31C307}" presName="sibTrans" presStyleCnt="0"/>
      <dgm:spPr/>
    </dgm:pt>
    <dgm:pt modelId="{931B7860-AAB3-4566-998C-7066F408433D}" type="pres">
      <dgm:prSet presAssocID="{AD281EC8-2C44-434F-8DFC-38B8BD8E52CF}" presName="compNode" presStyleCnt="0"/>
      <dgm:spPr/>
    </dgm:pt>
    <dgm:pt modelId="{E1B4D857-B96E-4CA4-9F7F-745D2C11412E}" type="pres">
      <dgm:prSet presAssocID="{AD281EC8-2C44-434F-8DFC-38B8BD8E52CF}" presName="iconBgRect" presStyleLbl="bgShp" presStyleIdx="3" presStyleCnt="4"/>
      <dgm:spPr/>
    </dgm:pt>
    <dgm:pt modelId="{805E5099-DB56-4B2E-86E3-0CEB81D36E67}" type="pres">
      <dgm:prSet presAssocID="{AD281EC8-2C44-434F-8DFC-38B8BD8E52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BF8F2E97-22E4-4C63-9D6D-5906225BE3ED}" type="pres">
      <dgm:prSet presAssocID="{AD281EC8-2C44-434F-8DFC-38B8BD8E52CF}" presName="spaceRect" presStyleCnt="0"/>
      <dgm:spPr/>
    </dgm:pt>
    <dgm:pt modelId="{5F9FE75C-B5B2-4577-8DAB-E427DC8EDF9A}" type="pres">
      <dgm:prSet presAssocID="{AD281EC8-2C44-434F-8DFC-38B8BD8E52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DDFF18-3191-4C32-8522-6C6E973D7E22}" type="presOf" srcId="{5B34E2C5-7250-4EC3-9958-DE42CADF2052}" destId="{8F8866C9-7866-4565-BE36-00FBA5063EA8}" srcOrd="0" destOrd="0" presId="urn:microsoft.com/office/officeart/2018/5/layout/IconCircleLabelList"/>
    <dgm:cxn modelId="{E4420635-73D8-49DD-80FF-1C58A0EB6863}" type="presOf" srcId="{623FEBAB-4189-4AEB-A9E9-3870590F57B4}" destId="{50754667-DA79-45CC-BD39-BBBC7D3A2F16}" srcOrd="0" destOrd="0" presId="urn:microsoft.com/office/officeart/2018/5/layout/IconCircleLabelList"/>
    <dgm:cxn modelId="{4409B43A-49AA-4AA0-BA34-684BD2403E44}" type="presOf" srcId="{AD281EC8-2C44-434F-8DFC-38B8BD8E52CF}" destId="{5F9FE75C-B5B2-4577-8DAB-E427DC8EDF9A}" srcOrd="0" destOrd="0" presId="urn:microsoft.com/office/officeart/2018/5/layout/IconCircleLabelList"/>
    <dgm:cxn modelId="{9A3AC63F-9AE9-4D14-9F76-D119631D4D29}" type="presOf" srcId="{52CF4F89-1B15-4D8E-BFD9-27116872464A}" destId="{3B71D068-EDEF-4330-963B-762CB3BE0016}" srcOrd="0" destOrd="0" presId="urn:microsoft.com/office/officeart/2018/5/layout/IconCircleLabelList"/>
    <dgm:cxn modelId="{3E60B444-A7C0-47A4-832D-90986A0D4FEA}" srcId="{52CF4F89-1B15-4D8E-BFD9-27116872464A}" destId="{5B34E2C5-7250-4EC3-9958-DE42CADF2052}" srcOrd="1" destOrd="0" parTransId="{742A01A5-BD31-49EA-8127-56E7F6BA0D68}" sibTransId="{59DEC90D-6F20-4ABA-BB19-7DEB2009B665}"/>
    <dgm:cxn modelId="{8328E96D-D591-4DD3-9603-4B81BBD19030}" srcId="{52CF4F89-1B15-4D8E-BFD9-27116872464A}" destId="{688E5024-5C03-479D-8E94-3644F72ACC59}" srcOrd="2" destOrd="0" parTransId="{C81CFF65-AE57-4819-986C-7CDF78648EF0}" sibTransId="{E092D0B0-F57E-47A0-944E-62355B31C307}"/>
    <dgm:cxn modelId="{295A1A96-3FBC-4CE1-9114-4233F27D577F}" srcId="{52CF4F89-1B15-4D8E-BFD9-27116872464A}" destId="{623FEBAB-4189-4AEB-A9E9-3870590F57B4}" srcOrd="0" destOrd="0" parTransId="{3C2DA0AA-A3E0-4A43-A048-B8B87EA7FF95}" sibTransId="{62D3D96E-680B-4A78-AF07-A8026C205FA3}"/>
    <dgm:cxn modelId="{EE1B02A9-47F3-451B-B1CA-0AD4C7BFF99C}" srcId="{52CF4F89-1B15-4D8E-BFD9-27116872464A}" destId="{AD281EC8-2C44-434F-8DFC-38B8BD8E52CF}" srcOrd="3" destOrd="0" parTransId="{583E357B-6CF2-4B9A-9AB4-FBFD22A6642B}" sibTransId="{9DD85780-7B51-4F3B-A6E2-2A8644BC55A6}"/>
    <dgm:cxn modelId="{0C119BDE-ABC6-4807-9A43-462065A2BDC8}" type="presOf" srcId="{688E5024-5C03-479D-8E94-3644F72ACC59}" destId="{F759ED6A-FC05-4457-9F64-3CAA77F8C052}" srcOrd="0" destOrd="0" presId="urn:microsoft.com/office/officeart/2018/5/layout/IconCircleLabelList"/>
    <dgm:cxn modelId="{78D34C96-99EA-4703-BF25-329AC53A9873}" type="presParOf" srcId="{3B71D068-EDEF-4330-963B-762CB3BE0016}" destId="{28AE40BB-00BF-4B90-BA3B-DB670D925F4A}" srcOrd="0" destOrd="0" presId="urn:microsoft.com/office/officeart/2018/5/layout/IconCircleLabelList"/>
    <dgm:cxn modelId="{179AC154-81C2-43CA-BC20-37802367AE83}" type="presParOf" srcId="{28AE40BB-00BF-4B90-BA3B-DB670D925F4A}" destId="{FE90A131-555F-411C-9E59-47B6D1680034}" srcOrd="0" destOrd="0" presId="urn:microsoft.com/office/officeart/2018/5/layout/IconCircleLabelList"/>
    <dgm:cxn modelId="{EE7F6610-80FE-46BD-B153-242499505A2D}" type="presParOf" srcId="{28AE40BB-00BF-4B90-BA3B-DB670D925F4A}" destId="{4057DDAB-3E6B-4F6B-9548-72D388C3CFC6}" srcOrd="1" destOrd="0" presId="urn:microsoft.com/office/officeart/2018/5/layout/IconCircleLabelList"/>
    <dgm:cxn modelId="{CE1C6EED-AE18-406E-841C-4C6F91D4CD94}" type="presParOf" srcId="{28AE40BB-00BF-4B90-BA3B-DB670D925F4A}" destId="{97ED4CF3-6F26-4119-B305-70E44443D278}" srcOrd="2" destOrd="0" presId="urn:microsoft.com/office/officeart/2018/5/layout/IconCircleLabelList"/>
    <dgm:cxn modelId="{9955DFC7-CEC1-4453-AC4A-7AC100F44A9A}" type="presParOf" srcId="{28AE40BB-00BF-4B90-BA3B-DB670D925F4A}" destId="{50754667-DA79-45CC-BD39-BBBC7D3A2F16}" srcOrd="3" destOrd="0" presId="urn:microsoft.com/office/officeart/2018/5/layout/IconCircleLabelList"/>
    <dgm:cxn modelId="{10D284BE-4EAC-4133-B4A1-F8FCBF60BF0B}" type="presParOf" srcId="{3B71D068-EDEF-4330-963B-762CB3BE0016}" destId="{758B5461-CB5A-47E3-952F-15B550C26712}" srcOrd="1" destOrd="0" presId="urn:microsoft.com/office/officeart/2018/5/layout/IconCircleLabelList"/>
    <dgm:cxn modelId="{75142201-58DF-4897-8461-604FA29834D8}" type="presParOf" srcId="{3B71D068-EDEF-4330-963B-762CB3BE0016}" destId="{DE77FA14-B39E-4DD0-A1EB-4C251D450F3C}" srcOrd="2" destOrd="0" presId="urn:microsoft.com/office/officeart/2018/5/layout/IconCircleLabelList"/>
    <dgm:cxn modelId="{B72E6CB3-EA44-4B53-BEB8-231F3803E55F}" type="presParOf" srcId="{DE77FA14-B39E-4DD0-A1EB-4C251D450F3C}" destId="{6D9133E9-8BF2-4DC9-9876-17A7A6F166CE}" srcOrd="0" destOrd="0" presId="urn:microsoft.com/office/officeart/2018/5/layout/IconCircleLabelList"/>
    <dgm:cxn modelId="{9478B32E-D91D-4C99-A598-7790493F5450}" type="presParOf" srcId="{DE77FA14-B39E-4DD0-A1EB-4C251D450F3C}" destId="{444C2519-2DDA-4B6B-A45B-BEC024C92DBA}" srcOrd="1" destOrd="0" presId="urn:microsoft.com/office/officeart/2018/5/layout/IconCircleLabelList"/>
    <dgm:cxn modelId="{05FC70FB-69B9-425D-AE8F-1F3338C4763A}" type="presParOf" srcId="{DE77FA14-B39E-4DD0-A1EB-4C251D450F3C}" destId="{27EF6E22-2EAB-45F6-BD21-FA6A68BA81DD}" srcOrd="2" destOrd="0" presId="urn:microsoft.com/office/officeart/2018/5/layout/IconCircleLabelList"/>
    <dgm:cxn modelId="{554EE552-568E-4790-9F2C-FD1382EE9455}" type="presParOf" srcId="{DE77FA14-B39E-4DD0-A1EB-4C251D450F3C}" destId="{8F8866C9-7866-4565-BE36-00FBA5063EA8}" srcOrd="3" destOrd="0" presId="urn:microsoft.com/office/officeart/2018/5/layout/IconCircleLabelList"/>
    <dgm:cxn modelId="{76BB5262-08D9-49C3-9491-D9084C8058C0}" type="presParOf" srcId="{3B71D068-EDEF-4330-963B-762CB3BE0016}" destId="{EE853431-FD57-4F50-A6D1-0D3718CEDD9C}" srcOrd="3" destOrd="0" presId="urn:microsoft.com/office/officeart/2018/5/layout/IconCircleLabelList"/>
    <dgm:cxn modelId="{FDC417BB-5AFE-40FA-9A73-95681356C81B}" type="presParOf" srcId="{3B71D068-EDEF-4330-963B-762CB3BE0016}" destId="{C9D28CBD-2D9C-44F6-B6DE-CC6B37A740FF}" srcOrd="4" destOrd="0" presId="urn:microsoft.com/office/officeart/2018/5/layout/IconCircleLabelList"/>
    <dgm:cxn modelId="{250965AE-D42B-4FA6-B5FB-5F807B21C0AB}" type="presParOf" srcId="{C9D28CBD-2D9C-44F6-B6DE-CC6B37A740FF}" destId="{36CB0B4A-7CBC-487A-860D-27E0034EA450}" srcOrd="0" destOrd="0" presId="urn:microsoft.com/office/officeart/2018/5/layout/IconCircleLabelList"/>
    <dgm:cxn modelId="{2F9FBBA9-6377-41D2-A24D-67EC60EFE769}" type="presParOf" srcId="{C9D28CBD-2D9C-44F6-B6DE-CC6B37A740FF}" destId="{1A182566-C35F-4622-938A-F929CDEC7AF7}" srcOrd="1" destOrd="0" presId="urn:microsoft.com/office/officeart/2018/5/layout/IconCircleLabelList"/>
    <dgm:cxn modelId="{C350D521-7705-49D3-9C2A-DB13037266AB}" type="presParOf" srcId="{C9D28CBD-2D9C-44F6-B6DE-CC6B37A740FF}" destId="{A175A7F0-9289-4B7B-8289-80ABB51ED6A3}" srcOrd="2" destOrd="0" presId="urn:microsoft.com/office/officeart/2018/5/layout/IconCircleLabelList"/>
    <dgm:cxn modelId="{4A5DF689-820F-4F31-A4BA-54E9328641F3}" type="presParOf" srcId="{C9D28CBD-2D9C-44F6-B6DE-CC6B37A740FF}" destId="{F759ED6A-FC05-4457-9F64-3CAA77F8C052}" srcOrd="3" destOrd="0" presId="urn:microsoft.com/office/officeart/2018/5/layout/IconCircleLabelList"/>
    <dgm:cxn modelId="{50B1DB11-910B-41F3-8A2B-80AF7FC5F6B5}" type="presParOf" srcId="{3B71D068-EDEF-4330-963B-762CB3BE0016}" destId="{2F0842EF-5FCD-4F04-9F41-76D45261FF7E}" srcOrd="5" destOrd="0" presId="urn:microsoft.com/office/officeart/2018/5/layout/IconCircleLabelList"/>
    <dgm:cxn modelId="{FE4D0F48-19AE-49BD-B529-699B167CF4FD}" type="presParOf" srcId="{3B71D068-EDEF-4330-963B-762CB3BE0016}" destId="{931B7860-AAB3-4566-998C-7066F408433D}" srcOrd="6" destOrd="0" presId="urn:microsoft.com/office/officeart/2018/5/layout/IconCircleLabelList"/>
    <dgm:cxn modelId="{D56B9E6E-5C63-4403-AAE0-F79E630A3BF8}" type="presParOf" srcId="{931B7860-AAB3-4566-998C-7066F408433D}" destId="{E1B4D857-B96E-4CA4-9F7F-745D2C11412E}" srcOrd="0" destOrd="0" presId="urn:microsoft.com/office/officeart/2018/5/layout/IconCircleLabelList"/>
    <dgm:cxn modelId="{2392DF87-D5BD-4CCE-A0EA-CEBB7E887227}" type="presParOf" srcId="{931B7860-AAB3-4566-998C-7066F408433D}" destId="{805E5099-DB56-4B2E-86E3-0CEB81D36E67}" srcOrd="1" destOrd="0" presId="urn:microsoft.com/office/officeart/2018/5/layout/IconCircleLabelList"/>
    <dgm:cxn modelId="{1992847A-8F32-4149-881F-3A16CEDF84D6}" type="presParOf" srcId="{931B7860-AAB3-4566-998C-7066F408433D}" destId="{BF8F2E97-22E4-4C63-9D6D-5906225BE3ED}" srcOrd="2" destOrd="0" presId="urn:microsoft.com/office/officeart/2018/5/layout/IconCircleLabelList"/>
    <dgm:cxn modelId="{212BF227-9B48-4517-8EA3-4007452E6C52}" type="presParOf" srcId="{931B7860-AAB3-4566-998C-7066F408433D}" destId="{5F9FE75C-B5B2-4577-8DAB-E427DC8EDF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F51BABC-7095-475B-B787-FD6914013FD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565B77-6275-466B-B08E-B855D55F7610}">
      <dgm:prSet/>
      <dgm:spPr/>
      <dgm:t>
        <a:bodyPr/>
        <a:lstStyle/>
        <a:p>
          <a:r>
            <a:rPr lang="en-US"/>
            <a:t>Faster delivery</a:t>
          </a:r>
        </a:p>
      </dgm:t>
    </dgm:pt>
    <dgm:pt modelId="{85B66E98-D5DE-431E-90BA-48E58BDB7DB5}" type="parTrans" cxnId="{83569D62-35DF-4169-B9B3-F1844DEEB0F5}">
      <dgm:prSet/>
      <dgm:spPr/>
      <dgm:t>
        <a:bodyPr/>
        <a:lstStyle/>
        <a:p>
          <a:endParaRPr lang="en-US"/>
        </a:p>
      </dgm:t>
    </dgm:pt>
    <dgm:pt modelId="{33E657B3-4BD6-41E7-A938-D2843FF3BCBD}" type="sibTrans" cxnId="{83569D62-35DF-4169-B9B3-F1844DEEB0F5}">
      <dgm:prSet/>
      <dgm:spPr/>
      <dgm:t>
        <a:bodyPr/>
        <a:lstStyle/>
        <a:p>
          <a:endParaRPr lang="en-US"/>
        </a:p>
      </dgm:t>
    </dgm:pt>
    <dgm:pt modelId="{F47BDCC3-286E-487F-9FC2-F4FB05BDBDE1}">
      <dgm:prSet/>
      <dgm:spPr/>
      <dgm:t>
        <a:bodyPr/>
        <a:lstStyle/>
        <a:p>
          <a:r>
            <a:rPr lang="en-US"/>
            <a:t>Reduced fuel cost</a:t>
          </a:r>
        </a:p>
      </dgm:t>
    </dgm:pt>
    <dgm:pt modelId="{D4985B35-19C0-4797-9D27-BD3FA7D82405}" type="parTrans" cxnId="{797ECBA5-7612-46BE-A86E-E573B0029265}">
      <dgm:prSet/>
      <dgm:spPr/>
      <dgm:t>
        <a:bodyPr/>
        <a:lstStyle/>
        <a:p>
          <a:endParaRPr lang="en-US"/>
        </a:p>
      </dgm:t>
    </dgm:pt>
    <dgm:pt modelId="{F9E97E00-E39F-4657-AEF3-136AE438E4FB}" type="sibTrans" cxnId="{797ECBA5-7612-46BE-A86E-E573B0029265}">
      <dgm:prSet/>
      <dgm:spPr/>
      <dgm:t>
        <a:bodyPr/>
        <a:lstStyle/>
        <a:p>
          <a:endParaRPr lang="en-US"/>
        </a:p>
      </dgm:t>
    </dgm:pt>
    <dgm:pt modelId="{738BC9EE-8290-4042-A43B-4DC3A5063907}">
      <dgm:prSet/>
      <dgm:spPr/>
      <dgm:t>
        <a:bodyPr/>
        <a:lstStyle/>
        <a:p>
          <a:r>
            <a:rPr lang="en-US"/>
            <a:t>Better customer satisfaction</a:t>
          </a:r>
        </a:p>
      </dgm:t>
    </dgm:pt>
    <dgm:pt modelId="{AC78B25D-B46B-4406-B290-C1239B078564}" type="parTrans" cxnId="{E9E9992A-AC89-4416-88D6-06F8093D56DC}">
      <dgm:prSet/>
      <dgm:spPr/>
      <dgm:t>
        <a:bodyPr/>
        <a:lstStyle/>
        <a:p>
          <a:endParaRPr lang="en-US"/>
        </a:p>
      </dgm:t>
    </dgm:pt>
    <dgm:pt modelId="{B0FF0C2A-42AD-481D-AE42-10A0E561D88C}" type="sibTrans" cxnId="{E9E9992A-AC89-4416-88D6-06F8093D56DC}">
      <dgm:prSet/>
      <dgm:spPr/>
      <dgm:t>
        <a:bodyPr/>
        <a:lstStyle/>
        <a:p>
          <a:endParaRPr lang="en-US"/>
        </a:p>
      </dgm:t>
    </dgm:pt>
    <dgm:pt modelId="{03E034FA-8CC7-45FE-AD4E-C68B9B1454F4}">
      <dgm:prSet/>
      <dgm:spPr/>
      <dgm:t>
        <a:bodyPr/>
        <a:lstStyle/>
        <a:p>
          <a:r>
            <a:rPr lang="en-US"/>
            <a:t>Efficient vehicle usage</a:t>
          </a:r>
        </a:p>
      </dgm:t>
    </dgm:pt>
    <dgm:pt modelId="{FBB90A3E-31BB-4DCB-AA62-DDF35A8DDACB}" type="parTrans" cxnId="{517F2194-0EE4-4737-BB72-1902AB74CF17}">
      <dgm:prSet/>
      <dgm:spPr/>
      <dgm:t>
        <a:bodyPr/>
        <a:lstStyle/>
        <a:p>
          <a:endParaRPr lang="en-US"/>
        </a:p>
      </dgm:t>
    </dgm:pt>
    <dgm:pt modelId="{EA1EC95F-C1E7-4330-A889-504B104E3E6F}" type="sibTrans" cxnId="{517F2194-0EE4-4737-BB72-1902AB74CF17}">
      <dgm:prSet/>
      <dgm:spPr/>
      <dgm:t>
        <a:bodyPr/>
        <a:lstStyle/>
        <a:p>
          <a:endParaRPr lang="en-US"/>
        </a:p>
      </dgm:t>
    </dgm:pt>
    <dgm:pt modelId="{C40A49CD-0E4F-4943-B691-C2A9BB378CB5}" type="pres">
      <dgm:prSet presAssocID="{7F51BABC-7095-475B-B787-FD6914013FD5}" presName="root" presStyleCnt="0">
        <dgm:presLayoutVars>
          <dgm:dir/>
          <dgm:resizeHandles val="exact"/>
        </dgm:presLayoutVars>
      </dgm:prSet>
      <dgm:spPr/>
    </dgm:pt>
    <dgm:pt modelId="{5B760492-6DB8-4BCE-BE74-5BF8AAEFF91C}" type="pres">
      <dgm:prSet presAssocID="{25565B77-6275-466B-B08E-B855D55F7610}" presName="compNode" presStyleCnt="0"/>
      <dgm:spPr/>
    </dgm:pt>
    <dgm:pt modelId="{43D92467-D0EC-4588-B4B4-F41A99CA79D5}" type="pres">
      <dgm:prSet presAssocID="{25565B77-6275-466B-B08E-B855D55F7610}" presName="bgRect" presStyleLbl="bgShp" presStyleIdx="0" presStyleCnt="4"/>
      <dgm:spPr/>
    </dgm:pt>
    <dgm:pt modelId="{4D9C2C95-D97C-4711-94ED-ACE7BE2F7247}" type="pres">
      <dgm:prSet presAssocID="{25565B77-6275-466B-B08E-B855D55F761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DE5A891-C7BF-4C63-BF32-363D6226B802}" type="pres">
      <dgm:prSet presAssocID="{25565B77-6275-466B-B08E-B855D55F7610}" presName="spaceRect" presStyleCnt="0"/>
      <dgm:spPr/>
    </dgm:pt>
    <dgm:pt modelId="{8A718FE6-23BB-460D-944D-583D33D32476}" type="pres">
      <dgm:prSet presAssocID="{25565B77-6275-466B-B08E-B855D55F7610}" presName="parTx" presStyleLbl="revTx" presStyleIdx="0" presStyleCnt="4">
        <dgm:presLayoutVars>
          <dgm:chMax val="0"/>
          <dgm:chPref val="0"/>
        </dgm:presLayoutVars>
      </dgm:prSet>
      <dgm:spPr/>
    </dgm:pt>
    <dgm:pt modelId="{F810DB18-837C-409A-8E9F-CC1995144607}" type="pres">
      <dgm:prSet presAssocID="{33E657B3-4BD6-41E7-A938-D2843FF3BCBD}" presName="sibTrans" presStyleCnt="0"/>
      <dgm:spPr/>
    </dgm:pt>
    <dgm:pt modelId="{4757B517-3CB1-4DE9-AA42-F87056796137}" type="pres">
      <dgm:prSet presAssocID="{F47BDCC3-286E-487F-9FC2-F4FB05BDBDE1}" presName="compNode" presStyleCnt="0"/>
      <dgm:spPr/>
    </dgm:pt>
    <dgm:pt modelId="{7FE20C6C-E369-4629-AACF-86218FC228FD}" type="pres">
      <dgm:prSet presAssocID="{F47BDCC3-286E-487F-9FC2-F4FB05BDBDE1}" presName="bgRect" presStyleLbl="bgShp" presStyleIdx="1" presStyleCnt="4"/>
      <dgm:spPr/>
    </dgm:pt>
    <dgm:pt modelId="{F7877A5E-D6E9-40C3-A790-EFC50BD16D3A}" type="pres">
      <dgm:prSet presAssocID="{F47BDCC3-286E-487F-9FC2-F4FB05BDBD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7D2EB78-17D1-4DA1-8459-07A52474C089}" type="pres">
      <dgm:prSet presAssocID="{F47BDCC3-286E-487F-9FC2-F4FB05BDBDE1}" presName="spaceRect" presStyleCnt="0"/>
      <dgm:spPr/>
    </dgm:pt>
    <dgm:pt modelId="{797C2268-2D9A-4BAE-8D53-E17453E91EFD}" type="pres">
      <dgm:prSet presAssocID="{F47BDCC3-286E-487F-9FC2-F4FB05BDBDE1}" presName="parTx" presStyleLbl="revTx" presStyleIdx="1" presStyleCnt="4">
        <dgm:presLayoutVars>
          <dgm:chMax val="0"/>
          <dgm:chPref val="0"/>
        </dgm:presLayoutVars>
      </dgm:prSet>
      <dgm:spPr/>
    </dgm:pt>
    <dgm:pt modelId="{8C5A4ED0-6B30-4467-BFC2-7D17859EEFDE}" type="pres">
      <dgm:prSet presAssocID="{F9E97E00-E39F-4657-AEF3-136AE438E4FB}" presName="sibTrans" presStyleCnt="0"/>
      <dgm:spPr/>
    </dgm:pt>
    <dgm:pt modelId="{CBCA56C6-8B0D-42C4-89C5-48DA4BBF1F55}" type="pres">
      <dgm:prSet presAssocID="{738BC9EE-8290-4042-A43B-4DC3A5063907}" presName="compNode" presStyleCnt="0"/>
      <dgm:spPr/>
    </dgm:pt>
    <dgm:pt modelId="{C6395BCA-45A3-4BC3-A920-575D2C7A075D}" type="pres">
      <dgm:prSet presAssocID="{738BC9EE-8290-4042-A43B-4DC3A5063907}" presName="bgRect" presStyleLbl="bgShp" presStyleIdx="2" presStyleCnt="4"/>
      <dgm:spPr/>
    </dgm:pt>
    <dgm:pt modelId="{AA8DBF66-19F8-4811-99D9-8123AC326120}" type="pres">
      <dgm:prSet presAssocID="{738BC9EE-8290-4042-A43B-4DC3A50639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4292BF9-9B38-40B1-91A0-481396410684}" type="pres">
      <dgm:prSet presAssocID="{738BC9EE-8290-4042-A43B-4DC3A5063907}" presName="spaceRect" presStyleCnt="0"/>
      <dgm:spPr/>
    </dgm:pt>
    <dgm:pt modelId="{55D1C567-6ACC-4CBD-B2BE-BB325BBE25E5}" type="pres">
      <dgm:prSet presAssocID="{738BC9EE-8290-4042-A43B-4DC3A5063907}" presName="parTx" presStyleLbl="revTx" presStyleIdx="2" presStyleCnt="4">
        <dgm:presLayoutVars>
          <dgm:chMax val="0"/>
          <dgm:chPref val="0"/>
        </dgm:presLayoutVars>
      </dgm:prSet>
      <dgm:spPr/>
    </dgm:pt>
    <dgm:pt modelId="{EF974C99-74E0-4695-82E5-20EF4061B7CE}" type="pres">
      <dgm:prSet presAssocID="{B0FF0C2A-42AD-481D-AE42-10A0E561D88C}" presName="sibTrans" presStyleCnt="0"/>
      <dgm:spPr/>
    </dgm:pt>
    <dgm:pt modelId="{AEEFD46E-EE02-4A89-8D6E-1284AF7F0FA1}" type="pres">
      <dgm:prSet presAssocID="{03E034FA-8CC7-45FE-AD4E-C68B9B1454F4}" presName="compNode" presStyleCnt="0"/>
      <dgm:spPr/>
    </dgm:pt>
    <dgm:pt modelId="{F3A34EC7-01E2-4666-8F06-13E0BA79BB1D}" type="pres">
      <dgm:prSet presAssocID="{03E034FA-8CC7-45FE-AD4E-C68B9B1454F4}" presName="bgRect" presStyleLbl="bgShp" presStyleIdx="3" presStyleCnt="4"/>
      <dgm:spPr/>
    </dgm:pt>
    <dgm:pt modelId="{32951230-1F87-44A4-AC65-7B27A4040F1F}" type="pres">
      <dgm:prSet presAssocID="{03E034FA-8CC7-45FE-AD4E-C68B9B1454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5340F14-49A4-480D-BC26-AE2B49EAEFEA}" type="pres">
      <dgm:prSet presAssocID="{03E034FA-8CC7-45FE-AD4E-C68B9B1454F4}" presName="spaceRect" presStyleCnt="0"/>
      <dgm:spPr/>
    </dgm:pt>
    <dgm:pt modelId="{43C30A25-47F4-4F2F-88F0-63FE72F62ACC}" type="pres">
      <dgm:prSet presAssocID="{03E034FA-8CC7-45FE-AD4E-C68B9B1454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1F340F-287B-403D-9DBC-CB57C0EAD1B4}" type="presOf" srcId="{7F51BABC-7095-475B-B787-FD6914013FD5}" destId="{C40A49CD-0E4F-4943-B691-C2A9BB378CB5}" srcOrd="0" destOrd="0" presId="urn:microsoft.com/office/officeart/2018/2/layout/IconVerticalSolidList"/>
    <dgm:cxn modelId="{E9E9992A-AC89-4416-88D6-06F8093D56DC}" srcId="{7F51BABC-7095-475B-B787-FD6914013FD5}" destId="{738BC9EE-8290-4042-A43B-4DC3A5063907}" srcOrd="2" destOrd="0" parTransId="{AC78B25D-B46B-4406-B290-C1239B078564}" sibTransId="{B0FF0C2A-42AD-481D-AE42-10A0E561D88C}"/>
    <dgm:cxn modelId="{83569D62-35DF-4169-B9B3-F1844DEEB0F5}" srcId="{7F51BABC-7095-475B-B787-FD6914013FD5}" destId="{25565B77-6275-466B-B08E-B855D55F7610}" srcOrd="0" destOrd="0" parTransId="{85B66E98-D5DE-431E-90BA-48E58BDB7DB5}" sibTransId="{33E657B3-4BD6-41E7-A938-D2843FF3BCBD}"/>
    <dgm:cxn modelId="{A0AA8E4B-3B87-4D49-B884-9999701B76B0}" type="presOf" srcId="{738BC9EE-8290-4042-A43B-4DC3A5063907}" destId="{55D1C567-6ACC-4CBD-B2BE-BB325BBE25E5}" srcOrd="0" destOrd="0" presId="urn:microsoft.com/office/officeart/2018/2/layout/IconVerticalSolidList"/>
    <dgm:cxn modelId="{9526D57B-9544-4BAD-805B-FE6B8C557296}" type="presOf" srcId="{F47BDCC3-286E-487F-9FC2-F4FB05BDBDE1}" destId="{797C2268-2D9A-4BAE-8D53-E17453E91EFD}" srcOrd="0" destOrd="0" presId="urn:microsoft.com/office/officeart/2018/2/layout/IconVerticalSolidList"/>
    <dgm:cxn modelId="{605B0B7D-F5AF-450A-A77C-D9595FB903B2}" type="presOf" srcId="{03E034FA-8CC7-45FE-AD4E-C68B9B1454F4}" destId="{43C30A25-47F4-4F2F-88F0-63FE72F62ACC}" srcOrd="0" destOrd="0" presId="urn:microsoft.com/office/officeart/2018/2/layout/IconVerticalSolidList"/>
    <dgm:cxn modelId="{517F2194-0EE4-4737-BB72-1902AB74CF17}" srcId="{7F51BABC-7095-475B-B787-FD6914013FD5}" destId="{03E034FA-8CC7-45FE-AD4E-C68B9B1454F4}" srcOrd="3" destOrd="0" parTransId="{FBB90A3E-31BB-4DCB-AA62-DDF35A8DDACB}" sibTransId="{EA1EC95F-C1E7-4330-A889-504B104E3E6F}"/>
    <dgm:cxn modelId="{461D9D9D-0A08-4ED2-B173-72E5F116F8A1}" type="presOf" srcId="{25565B77-6275-466B-B08E-B855D55F7610}" destId="{8A718FE6-23BB-460D-944D-583D33D32476}" srcOrd="0" destOrd="0" presId="urn:microsoft.com/office/officeart/2018/2/layout/IconVerticalSolidList"/>
    <dgm:cxn modelId="{797ECBA5-7612-46BE-A86E-E573B0029265}" srcId="{7F51BABC-7095-475B-B787-FD6914013FD5}" destId="{F47BDCC3-286E-487F-9FC2-F4FB05BDBDE1}" srcOrd="1" destOrd="0" parTransId="{D4985B35-19C0-4797-9D27-BD3FA7D82405}" sibTransId="{F9E97E00-E39F-4657-AEF3-136AE438E4FB}"/>
    <dgm:cxn modelId="{CA8347DC-742D-4010-9F57-8D7A8210E3EC}" type="presParOf" srcId="{C40A49CD-0E4F-4943-B691-C2A9BB378CB5}" destId="{5B760492-6DB8-4BCE-BE74-5BF8AAEFF91C}" srcOrd="0" destOrd="0" presId="urn:microsoft.com/office/officeart/2018/2/layout/IconVerticalSolidList"/>
    <dgm:cxn modelId="{D91A7622-A8DB-4AD8-A739-8FB0FE1A176B}" type="presParOf" srcId="{5B760492-6DB8-4BCE-BE74-5BF8AAEFF91C}" destId="{43D92467-D0EC-4588-B4B4-F41A99CA79D5}" srcOrd="0" destOrd="0" presId="urn:microsoft.com/office/officeart/2018/2/layout/IconVerticalSolidList"/>
    <dgm:cxn modelId="{2575F733-210D-4931-92B3-1584C279AE61}" type="presParOf" srcId="{5B760492-6DB8-4BCE-BE74-5BF8AAEFF91C}" destId="{4D9C2C95-D97C-4711-94ED-ACE7BE2F7247}" srcOrd="1" destOrd="0" presId="urn:microsoft.com/office/officeart/2018/2/layout/IconVerticalSolidList"/>
    <dgm:cxn modelId="{ED64DFDC-C1E9-48C5-8A4F-55A14298E4A1}" type="presParOf" srcId="{5B760492-6DB8-4BCE-BE74-5BF8AAEFF91C}" destId="{ADE5A891-C7BF-4C63-BF32-363D6226B802}" srcOrd="2" destOrd="0" presId="urn:microsoft.com/office/officeart/2018/2/layout/IconVerticalSolidList"/>
    <dgm:cxn modelId="{FA788FCB-B635-4B76-8BBD-FD87657DC606}" type="presParOf" srcId="{5B760492-6DB8-4BCE-BE74-5BF8AAEFF91C}" destId="{8A718FE6-23BB-460D-944D-583D33D32476}" srcOrd="3" destOrd="0" presId="urn:microsoft.com/office/officeart/2018/2/layout/IconVerticalSolidList"/>
    <dgm:cxn modelId="{1CDC839B-823E-4DF9-82B7-D11AC4628346}" type="presParOf" srcId="{C40A49CD-0E4F-4943-B691-C2A9BB378CB5}" destId="{F810DB18-837C-409A-8E9F-CC1995144607}" srcOrd="1" destOrd="0" presId="urn:microsoft.com/office/officeart/2018/2/layout/IconVerticalSolidList"/>
    <dgm:cxn modelId="{1F8E0763-98BB-4683-BD68-F09FCF823367}" type="presParOf" srcId="{C40A49CD-0E4F-4943-B691-C2A9BB378CB5}" destId="{4757B517-3CB1-4DE9-AA42-F87056796137}" srcOrd="2" destOrd="0" presId="urn:microsoft.com/office/officeart/2018/2/layout/IconVerticalSolidList"/>
    <dgm:cxn modelId="{F27B2725-2D32-4FF5-9710-F386E07773C2}" type="presParOf" srcId="{4757B517-3CB1-4DE9-AA42-F87056796137}" destId="{7FE20C6C-E369-4629-AACF-86218FC228FD}" srcOrd="0" destOrd="0" presId="urn:microsoft.com/office/officeart/2018/2/layout/IconVerticalSolidList"/>
    <dgm:cxn modelId="{499308FB-D037-4A35-876D-D6D21101A66D}" type="presParOf" srcId="{4757B517-3CB1-4DE9-AA42-F87056796137}" destId="{F7877A5E-D6E9-40C3-A790-EFC50BD16D3A}" srcOrd="1" destOrd="0" presId="urn:microsoft.com/office/officeart/2018/2/layout/IconVerticalSolidList"/>
    <dgm:cxn modelId="{8DCB2C87-FF0C-46D7-B9CC-305FEA0BBA27}" type="presParOf" srcId="{4757B517-3CB1-4DE9-AA42-F87056796137}" destId="{17D2EB78-17D1-4DA1-8459-07A52474C089}" srcOrd="2" destOrd="0" presId="urn:microsoft.com/office/officeart/2018/2/layout/IconVerticalSolidList"/>
    <dgm:cxn modelId="{6D1E8C55-3395-4583-823F-730CD7FF1340}" type="presParOf" srcId="{4757B517-3CB1-4DE9-AA42-F87056796137}" destId="{797C2268-2D9A-4BAE-8D53-E17453E91EFD}" srcOrd="3" destOrd="0" presId="urn:microsoft.com/office/officeart/2018/2/layout/IconVerticalSolidList"/>
    <dgm:cxn modelId="{152B003D-6E24-4DB5-A5A4-96DCD85F6872}" type="presParOf" srcId="{C40A49CD-0E4F-4943-B691-C2A9BB378CB5}" destId="{8C5A4ED0-6B30-4467-BFC2-7D17859EEFDE}" srcOrd="3" destOrd="0" presId="urn:microsoft.com/office/officeart/2018/2/layout/IconVerticalSolidList"/>
    <dgm:cxn modelId="{9139D522-4607-4BCE-B60D-DDF7EAEABB66}" type="presParOf" srcId="{C40A49CD-0E4F-4943-B691-C2A9BB378CB5}" destId="{CBCA56C6-8B0D-42C4-89C5-48DA4BBF1F55}" srcOrd="4" destOrd="0" presId="urn:microsoft.com/office/officeart/2018/2/layout/IconVerticalSolidList"/>
    <dgm:cxn modelId="{F36BCF45-48AC-4DF6-9188-2015412B9A78}" type="presParOf" srcId="{CBCA56C6-8B0D-42C4-89C5-48DA4BBF1F55}" destId="{C6395BCA-45A3-4BC3-A920-575D2C7A075D}" srcOrd="0" destOrd="0" presId="urn:microsoft.com/office/officeart/2018/2/layout/IconVerticalSolidList"/>
    <dgm:cxn modelId="{1454671D-56B2-4C28-B293-49EF88573958}" type="presParOf" srcId="{CBCA56C6-8B0D-42C4-89C5-48DA4BBF1F55}" destId="{AA8DBF66-19F8-4811-99D9-8123AC326120}" srcOrd="1" destOrd="0" presId="urn:microsoft.com/office/officeart/2018/2/layout/IconVerticalSolidList"/>
    <dgm:cxn modelId="{D72839CA-6510-4D51-8DF5-C99CB1A59925}" type="presParOf" srcId="{CBCA56C6-8B0D-42C4-89C5-48DA4BBF1F55}" destId="{44292BF9-9B38-40B1-91A0-481396410684}" srcOrd="2" destOrd="0" presId="urn:microsoft.com/office/officeart/2018/2/layout/IconVerticalSolidList"/>
    <dgm:cxn modelId="{B1BD7196-BE64-4845-8A8E-73678E6F39D4}" type="presParOf" srcId="{CBCA56C6-8B0D-42C4-89C5-48DA4BBF1F55}" destId="{55D1C567-6ACC-4CBD-B2BE-BB325BBE25E5}" srcOrd="3" destOrd="0" presId="urn:microsoft.com/office/officeart/2018/2/layout/IconVerticalSolidList"/>
    <dgm:cxn modelId="{D40C6955-A68D-4B96-83B1-F74F325EA144}" type="presParOf" srcId="{C40A49CD-0E4F-4943-B691-C2A9BB378CB5}" destId="{EF974C99-74E0-4695-82E5-20EF4061B7CE}" srcOrd="5" destOrd="0" presId="urn:microsoft.com/office/officeart/2018/2/layout/IconVerticalSolidList"/>
    <dgm:cxn modelId="{396380D0-6DB4-4ADF-B309-686593E01676}" type="presParOf" srcId="{C40A49CD-0E4F-4943-B691-C2A9BB378CB5}" destId="{AEEFD46E-EE02-4A89-8D6E-1284AF7F0FA1}" srcOrd="6" destOrd="0" presId="urn:microsoft.com/office/officeart/2018/2/layout/IconVerticalSolidList"/>
    <dgm:cxn modelId="{2C94048F-1816-4052-A0BA-69CF864A258B}" type="presParOf" srcId="{AEEFD46E-EE02-4A89-8D6E-1284AF7F0FA1}" destId="{F3A34EC7-01E2-4666-8F06-13E0BA79BB1D}" srcOrd="0" destOrd="0" presId="urn:microsoft.com/office/officeart/2018/2/layout/IconVerticalSolidList"/>
    <dgm:cxn modelId="{55E2C396-89E8-466B-B206-EB711EC2C5B0}" type="presParOf" srcId="{AEEFD46E-EE02-4A89-8D6E-1284AF7F0FA1}" destId="{32951230-1F87-44A4-AC65-7B27A4040F1F}" srcOrd="1" destOrd="0" presId="urn:microsoft.com/office/officeart/2018/2/layout/IconVerticalSolidList"/>
    <dgm:cxn modelId="{E74C55AE-4CD7-4BEA-A316-0622AAA8211F}" type="presParOf" srcId="{AEEFD46E-EE02-4A89-8D6E-1284AF7F0FA1}" destId="{D5340F14-49A4-480D-BC26-AE2B49EAEFEA}" srcOrd="2" destOrd="0" presId="urn:microsoft.com/office/officeart/2018/2/layout/IconVerticalSolidList"/>
    <dgm:cxn modelId="{8DCD4E91-FBFC-4613-9F52-CDACBAF40BA7}" type="presParOf" srcId="{AEEFD46E-EE02-4A89-8D6E-1284AF7F0FA1}" destId="{43C30A25-47F4-4F2F-88F0-63FE72F62A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444CFE7-051E-4FC9-A765-05C61538E1CD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240CC4E-901C-4364-8D8B-44C9048C1B65}">
      <dgm:prSet/>
      <dgm:spPr/>
      <dgm:t>
        <a:bodyPr/>
        <a:lstStyle/>
        <a:p>
          <a:r>
            <a:rPr lang="en-US"/>
            <a:t>Surya Teja Anupindi</a:t>
          </a:r>
        </a:p>
      </dgm:t>
    </dgm:pt>
    <dgm:pt modelId="{73C25ADD-03D1-455E-973D-2D59F7315EF4}" type="parTrans" cxnId="{EA76B018-2157-470A-B7A9-AA555A976DAC}">
      <dgm:prSet/>
      <dgm:spPr/>
      <dgm:t>
        <a:bodyPr/>
        <a:lstStyle/>
        <a:p>
          <a:endParaRPr lang="en-US"/>
        </a:p>
      </dgm:t>
    </dgm:pt>
    <dgm:pt modelId="{F35CBCB4-14F4-4619-8F06-D3BFB9D2F88C}" type="sibTrans" cxnId="{EA76B018-2157-470A-B7A9-AA555A976DAC}">
      <dgm:prSet/>
      <dgm:spPr/>
      <dgm:t>
        <a:bodyPr/>
        <a:lstStyle/>
        <a:p>
          <a:endParaRPr lang="en-US"/>
        </a:p>
      </dgm:t>
    </dgm:pt>
    <dgm:pt modelId="{1648D0BF-C8FF-48A9-AFD7-21DB913C0ACA}">
      <dgm:prSet/>
      <dgm:spPr/>
      <dgm:t>
        <a:bodyPr/>
        <a:lstStyle/>
        <a:p>
          <a:r>
            <a:rPr lang="en-US"/>
            <a:t>Shesha Sarayu Udugula</a:t>
          </a:r>
        </a:p>
      </dgm:t>
    </dgm:pt>
    <dgm:pt modelId="{4DD93F6D-372A-4291-9767-EE3D03483283}" type="parTrans" cxnId="{BB39FAF7-0E4B-49D5-A97B-C3DA8FAC105D}">
      <dgm:prSet/>
      <dgm:spPr/>
      <dgm:t>
        <a:bodyPr/>
        <a:lstStyle/>
        <a:p>
          <a:endParaRPr lang="en-US"/>
        </a:p>
      </dgm:t>
    </dgm:pt>
    <dgm:pt modelId="{9C1CA3BA-37EC-425C-A6CC-369CEC83AE82}" type="sibTrans" cxnId="{BB39FAF7-0E4B-49D5-A97B-C3DA8FAC105D}">
      <dgm:prSet/>
      <dgm:spPr/>
      <dgm:t>
        <a:bodyPr/>
        <a:lstStyle/>
        <a:p>
          <a:endParaRPr lang="en-US"/>
        </a:p>
      </dgm:t>
    </dgm:pt>
    <dgm:pt modelId="{4D8BA791-1B24-47D8-8FCD-B0FFF2F3C2D7}" type="pres">
      <dgm:prSet presAssocID="{8444CFE7-051E-4FC9-A765-05C61538E1CD}" presName="cycle" presStyleCnt="0">
        <dgm:presLayoutVars>
          <dgm:dir/>
          <dgm:resizeHandles val="exact"/>
        </dgm:presLayoutVars>
      </dgm:prSet>
      <dgm:spPr/>
    </dgm:pt>
    <dgm:pt modelId="{75371530-E554-477B-B4CE-B6FDA0DA5103}" type="pres">
      <dgm:prSet presAssocID="{2240CC4E-901C-4364-8D8B-44C9048C1B65}" presName="node" presStyleLbl="node1" presStyleIdx="0" presStyleCnt="2">
        <dgm:presLayoutVars>
          <dgm:bulletEnabled val="1"/>
        </dgm:presLayoutVars>
      </dgm:prSet>
      <dgm:spPr/>
    </dgm:pt>
    <dgm:pt modelId="{63DDA57E-2713-4096-8894-0C25BF0D7889}" type="pres">
      <dgm:prSet presAssocID="{2240CC4E-901C-4364-8D8B-44C9048C1B65}" presName="spNode" presStyleCnt="0"/>
      <dgm:spPr/>
    </dgm:pt>
    <dgm:pt modelId="{64CE4D81-CE87-46EC-88D9-15471934DF9B}" type="pres">
      <dgm:prSet presAssocID="{F35CBCB4-14F4-4619-8F06-D3BFB9D2F88C}" presName="sibTrans" presStyleLbl="sibTrans1D1" presStyleIdx="0" presStyleCnt="2"/>
      <dgm:spPr/>
    </dgm:pt>
    <dgm:pt modelId="{25C32201-E181-4A7C-A6F9-5422044288C6}" type="pres">
      <dgm:prSet presAssocID="{1648D0BF-C8FF-48A9-AFD7-21DB913C0ACA}" presName="node" presStyleLbl="node1" presStyleIdx="1" presStyleCnt="2">
        <dgm:presLayoutVars>
          <dgm:bulletEnabled val="1"/>
        </dgm:presLayoutVars>
      </dgm:prSet>
      <dgm:spPr/>
    </dgm:pt>
    <dgm:pt modelId="{5111B00D-EFB3-4265-A970-DBEF2A8FA2ED}" type="pres">
      <dgm:prSet presAssocID="{1648D0BF-C8FF-48A9-AFD7-21DB913C0ACA}" presName="spNode" presStyleCnt="0"/>
      <dgm:spPr/>
    </dgm:pt>
    <dgm:pt modelId="{B33A6346-68E9-45AD-AE09-563D9DE934FD}" type="pres">
      <dgm:prSet presAssocID="{9C1CA3BA-37EC-425C-A6CC-369CEC83AE82}" presName="sibTrans" presStyleLbl="sibTrans1D1" presStyleIdx="1" presStyleCnt="2"/>
      <dgm:spPr/>
    </dgm:pt>
  </dgm:ptLst>
  <dgm:cxnLst>
    <dgm:cxn modelId="{56146A15-7B65-412E-824F-9CA60E077EED}" type="presOf" srcId="{2240CC4E-901C-4364-8D8B-44C9048C1B65}" destId="{75371530-E554-477B-B4CE-B6FDA0DA5103}" srcOrd="0" destOrd="0" presId="urn:microsoft.com/office/officeart/2005/8/layout/cycle6"/>
    <dgm:cxn modelId="{EA76B018-2157-470A-B7A9-AA555A976DAC}" srcId="{8444CFE7-051E-4FC9-A765-05C61538E1CD}" destId="{2240CC4E-901C-4364-8D8B-44C9048C1B65}" srcOrd="0" destOrd="0" parTransId="{73C25ADD-03D1-455E-973D-2D59F7315EF4}" sibTransId="{F35CBCB4-14F4-4619-8F06-D3BFB9D2F88C}"/>
    <dgm:cxn modelId="{BD3E385B-95AA-469A-BC27-1C1A5ACE76A0}" type="presOf" srcId="{1648D0BF-C8FF-48A9-AFD7-21DB913C0ACA}" destId="{25C32201-E181-4A7C-A6F9-5422044288C6}" srcOrd="0" destOrd="0" presId="urn:microsoft.com/office/officeart/2005/8/layout/cycle6"/>
    <dgm:cxn modelId="{8847ED42-DBB1-44D3-924D-594E7FC3EA2A}" type="presOf" srcId="{9C1CA3BA-37EC-425C-A6CC-369CEC83AE82}" destId="{B33A6346-68E9-45AD-AE09-563D9DE934FD}" srcOrd="0" destOrd="0" presId="urn:microsoft.com/office/officeart/2005/8/layout/cycle6"/>
    <dgm:cxn modelId="{777170BA-31BD-4F28-A600-FE9A803A5153}" type="presOf" srcId="{8444CFE7-051E-4FC9-A765-05C61538E1CD}" destId="{4D8BA791-1B24-47D8-8FCD-B0FFF2F3C2D7}" srcOrd="0" destOrd="0" presId="urn:microsoft.com/office/officeart/2005/8/layout/cycle6"/>
    <dgm:cxn modelId="{407DCBC1-3AB8-4CC7-B9B7-8EC67F8278EF}" type="presOf" srcId="{F35CBCB4-14F4-4619-8F06-D3BFB9D2F88C}" destId="{64CE4D81-CE87-46EC-88D9-15471934DF9B}" srcOrd="0" destOrd="0" presId="urn:microsoft.com/office/officeart/2005/8/layout/cycle6"/>
    <dgm:cxn modelId="{BB39FAF7-0E4B-49D5-A97B-C3DA8FAC105D}" srcId="{8444CFE7-051E-4FC9-A765-05C61538E1CD}" destId="{1648D0BF-C8FF-48A9-AFD7-21DB913C0ACA}" srcOrd="1" destOrd="0" parTransId="{4DD93F6D-372A-4291-9767-EE3D03483283}" sibTransId="{9C1CA3BA-37EC-425C-A6CC-369CEC83AE82}"/>
    <dgm:cxn modelId="{3F24F901-E245-4B50-80F3-277B53BB2494}" type="presParOf" srcId="{4D8BA791-1B24-47D8-8FCD-B0FFF2F3C2D7}" destId="{75371530-E554-477B-B4CE-B6FDA0DA5103}" srcOrd="0" destOrd="0" presId="urn:microsoft.com/office/officeart/2005/8/layout/cycle6"/>
    <dgm:cxn modelId="{38380361-361A-40EF-AEA2-5C8E81B65D9A}" type="presParOf" srcId="{4D8BA791-1B24-47D8-8FCD-B0FFF2F3C2D7}" destId="{63DDA57E-2713-4096-8894-0C25BF0D7889}" srcOrd="1" destOrd="0" presId="urn:microsoft.com/office/officeart/2005/8/layout/cycle6"/>
    <dgm:cxn modelId="{08EDA285-4EF0-4D75-AB4D-7F1A8CF1C6AE}" type="presParOf" srcId="{4D8BA791-1B24-47D8-8FCD-B0FFF2F3C2D7}" destId="{64CE4D81-CE87-46EC-88D9-15471934DF9B}" srcOrd="2" destOrd="0" presId="urn:microsoft.com/office/officeart/2005/8/layout/cycle6"/>
    <dgm:cxn modelId="{88E004E8-1C41-4BCC-902B-609C9D134877}" type="presParOf" srcId="{4D8BA791-1B24-47D8-8FCD-B0FFF2F3C2D7}" destId="{25C32201-E181-4A7C-A6F9-5422044288C6}" srcOrd="3" destOrd="0" presId="urn:microsoft.com/office/officeart/2005/8/layout/cycle6"/>
    <dgm:cxn modelId="{2B43D87E-05A4-494A-8A40-460920C02768}" type="presParOf" srcId="{4D8BA791-1B24-47D8-8FCD-B0FFF2F3C2D7}" destId="{5111B00D-EFB3-4265-A970-DBEF2A8FA2ED}" srcOrd="4" destOrd="0" presId="urn:microsoft.com/office/officeart/2005/8/layout/cycle6"/>
    <dgm:cxn modelId="{7C664E2C-105D-470B-8A09-C6E6F88BCCBD}" type="presParOf" srcId="{4D8BA791-1B24-47D8-8FCD-B0FFF2F3C2D7}" destId="{B33A6346-68E9-45AD-AE09-563D9DE934FD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214DA-C32D-4CC6-90C3-DBB7BF69C634}">
      <dsp:nvSpPr>
        <dsp:cNvPr id="0" name=""/>
        <dsp:cNvSpPr/>
      </dsp:nvSpPr>
      <dsp:spPr>
        <a:xfrm>
          <a:off x="0" y="3567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31B57-48A0-4093-843B-922453247001}">
      <dsp:nvSpPr>
        <dsp:cNvPr id="0" name=""/>
        <dsp:cNvSpPr/>
      </dsp:nvSpPr>
      <dsp:spPr>
        <a:xfrm>
          <a:off x="229857" y="174535"/>
          <a:ext cx="417922" cy="4179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0221F-6106-4799-A984-3498E0D54552}">
      <dsp:nvSpPr>
        <dsp:cNvPr id="0" name=""/>
        <dsp:cNvSpPr/>
      </dsp:nvSpPr>
      <dsp:spPr>
        <a:xfrm>
          <a:off x="877637" y="3567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Traffic congestion</a:t>
          </a:r>
        </a:p>
      </dsp:txBody>
      <dsp:txXfrm>
        <a:off x="877637" y="3567"/>
        <a:ext cx="3800382" cy="759859"/>
      </dsp:txXfrm>
    </dsp:sp>
    <dsp:sp modelId="{DCECD8BD-3E6A-4097-A259-E4F00BB2F386}">
      <dsp:nvSpPr>
        <dsp:cNvPr id="0" name=""/>
        <dsp:cNvSpPr/>
      </dsp:nvSpPr>
      <dsp:spPr>
        <a:xfrm>
          <a:off x="0" y="953391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20779-D9CB-4F0A-897C-912ED226D6FC}">
      <dsp:nvSpPr>
        <dsp:cNvPr id="0" name=""/>
        <dsp:cNvSpPr/>
      </dsp:nvSpPr>
      <dsp:spPr>
        <a:xfrm>
          <a:off x="229857" y="1124359"/>
          <a:ext cx="417922" cy="4179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4B7C6-A954-44DA-8299-492CE8EC51E9}">
      <dsp:nvSpPr>
        <dsp:cNvPr id="0" name=""/>
        <dsp:cNvSpPr/>
      </dsp:nvSpPr>
      <dsp:spPr>
        <a:xfrm>
          <a:off x="877637" y="953391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Delivery deadlines</a:t>
          </a:r>
        </a:p>
      </dsp:txBody>
      <dsp:txXfrm>
        <a:off x="877637" y="953391"/>
        <a:ext cx="3800382" cy="759859"/>
      </dsp:txXfrm>
    </dsp:sp>
    <dsp:sp modelId="{C4A34708-92D1-4851-B81F-ABE8E6E529F9}">
      <dsp:nvSpPr>
        <dsp:cNvPr id="0" name=""/>
        <dsp:cNvSpPr/>
      </dsp:nvSpPr>
      <dsp:spPr>
        <a:xfrm>
          <a:off x="0" y="1903215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74527-1386-4184-97F9-E53983FA1649}">
      <dsp:nvSpPr>
        <dsp:cNvPr id="0" name=""/>
        <dsp:cNvSpPr/>
      </dsp:nvSpPr>
      <dsp:spPr>
        <a:xfrm>
          <a:off x="229857" y="2074184"/>
          <a:ext cx="417922" cy="4179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1A0B9-D4C2-4D11-BB0F-2B545763B452}">
      <dsp:nvSpPr>
        <dsp:cNvPr id="0" name=""/>
        <dsp:cNvSpPr/>
      </dsp:nvSpPr>
      <dsp:spPr>
        <a:xfrm>
          <a:off x="877637" y="1903215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Multiple delivery locations</a:t>
          </a:r>
        </a:p>
      </dsp:txBody>
      <dsp:txXfrm>
        <a:off x="877637" y="1903215"/>
        <a:ext cx="3800382" cy="759859"/>
      </dsp:txXfrm>
    </dsp:sp>
    <dsp:sp modelId="{C3C8FA5D-8D40-4D51-BF08-47E5AC885C4D}">
      <dsp:nvSpPr>
        <dsp:cNvPr id="0" name=""/>
        <dsp:cNvSpPr/>
      </dsp:nvSpPr>
      <dsp:spPr>
        <a:xfrm>
          <a:off x="0" y="2853040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FD1AE-B397-4FA6-A999-F4109958902D}">
      <dsp:nvSpPr>
        <dsp:cNvPr id="0" name=""/>
        <dsp:cNvSpPr/>
      </dsp:nvSpPr>
      <dsp:spPr>
        <a:xfrm>
          <a:off x="229857" y="3024008"/>
          <a:ext cx="417922" cy="4179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E1190-321E-4CD2-9469-17074716C924}">
      <dsp:nvSpPr>
        <dsp:cNvPr id="0" name=""/>
        <dsp:cNvSpPr/>
      </dsp:nvSpPr>
      <dsp:spPr>
        <a:xfrm>
          <a:off x="877637" y="2853040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Vehicle limitations</a:t>
          </a:r>
        </a:p>
      </dsp:txBody>
      <dsp:txXfrm>
        <a:off x="877637" y="2853040"/>
        <a:ext cx="3800382" cy="759859"/>
      </dsp:txXfrm>
    </dsp:sp>
    <dsp:sp modelId="{8B684A04-3420-40D5-B78D-3E0539E922C7}">
      <dsp:nvSpPr>
        <dsp:cNvPr id="0" name=""/>
        <dsp:cNvSpPr/>
      </dsp:nvSpPr>
      <dsp:spPr>
        <a:xfrm>
          <a:off x="0" y="3802864"/>
          <a:ext cx="4678020" cy="7598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C4EA5-EBDE-42D3-A46E-E039505BB9E1}">
      <dsp:nvSpPr>
        <dsp:cNvPr id="0" name=""/>
        <dsp:cNvSpPr/>
      </dsp:nvSpPr>
      <dsp:spPr>
        <a:xfrm>
          <a:off x="229857" y="3973832"/>
          <a:ext cx="417922" cy="4179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DE09A-8C3D-4674-8A56-2CCD5A101DC8}">
      <dsp:nvSpPr>
        <dsp:cNvPr id="0" name=""/>
        <dsp:cNvSpPr/>
      </dsp:nvSpPr>
      <dsp:spPr>
        <a:xfrm>
          <a:off x="877637" y="3802864"/>
          <a:ext cx="3800382" cy="759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18" tIns="80418" rIns="80418" bIns="804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Static routing causes delays and inefficiency</a:t>
          </a:r>
        </a:p>
      </dsp:txBody>
      <dsp:txXfrm>
        <a:off x="877637" y="3802864"/>
        <a:ext cx="3800382" cy="759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2F18D-32B1-4EA3-AFE0-CB9E236B1261}">
      <dsp:nvSpPr>
        <dsp:cNvPr id="0" name=""/>
        <dsp:cNvSpPr/>
      </dsp:nvSpPr>
      <dsp:spPr>
        <a:xfrm>
          <a:off x="0" y="4187534"/>
          <a:ext cx="1217414" cy="9161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149352" rIns="8658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Prioritize</a:t>
          </a:r>
        </a:p>
      </dsp:txBody>
      <dsp:txXfrm>
        <a:off x="0" y="4187534"/>
        <a:ext cx="1217414" cy="916130"/>
      </dsp:txXfrm>
    </dsp:sp>
    <dsp:sp modelId="{3007E6B0-F126-43DC-9014-F185BB437EEE}">
      <dsp:nvSpPr>
        <dsp:cNvPr id="0" name=""/>
        <dsp:cNvSpPr/>
      </dsp:nvSpPr>
      <dsp:spPr>
        <a:xfrm>
          <a:off x="1217414" y="4187534"/>
          <a:ext cx="3652242" cy="9161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228600" rIns="74085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Prioritize urgent deliveries</a:t>
          </a:r>
        </a:p>
      </dsp:txBody>
      <dsp:txXfrm>
        <a:off x="1217414" y="4187534"/>
        <a:ext cx="3652242" cy="916130"/>
      </dsp:txXfrm>
    </dsp:sp>
    <dsp:sp modelId="{B5C50BE0-CE3F-4268-86A7-A2F22EB2A800}">
      <dsp:nvSpPr>
        <dsp:cNvPr id="0" name=""/>
        <dsp:cNvSpPr/>
      </dsp:nvSpPr>
      <dsp:spPr>
        <a:xfrm rot="10800000">
          <a:off x="0" y="2792268"/>
          <a:ext cx="1217414" cy="14090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149352" rIns="8658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Minimize</a:t>
          </a:r>
        </a:p>
      </dsp:txBody>
      <dsp:txXfrm rot="-10800000">
        <a:off x="0" y="2792268"/>
        <a:ext cx="1217414" cy="915855"/>
      </dsp:txXfrm>
    </dsp:sp>
    <dsp:sp modelId="{76210BD3-6CCF-4744-9ACF-48EB8C514E7A}">
      <dsp:nvSpPr>
        <dsp:cNvPr id="0" name=""/>
        <dsp:cNvSpPr/>
      </dsp:nvSpPr>
      <dsp:spPr>
        <a:xfrm>
          <a:off x="1217414" y="2792268"/>
          <a:ext cx="3652242" cy="9158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228600" rIns="74085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Minimize travel time</a:t>
          </a:r>
        </a:p>
      </dsp:txBody>
      <dsp:txXfrm>
        <a:off x="1217414" y="2792268"/>
        <a:ext cx="3652242" cy="915855"/>
      </dsp:txXfrm>
    </dsp:sp>
    <dsp:sp modelId="{D2C10EAC-C2B6-435A-8B7C-CCB2D58EAD82}">
      <dsp:nvSpPr>
        <dsp:cNvPr id="0" name=""/>
        <dsp:cNvSpPr/>
      </dsp:nvSpPr>
      <dsp:spPr>
        <a:xfrm rot="10800000">
          <a:off x="0" y="1397001"/>
          <a:ext cx="1217414" cy="14090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149352" rIns="8658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Assign</a:t>
          </a:r>
        </a:p>
      </dsp:txBody>
      <dsp:txXfrm rot="-10800000">
        <a:off x="0" y="1397001"/>
        <a:ext cx="1217414" cy="915855"/>
      </dsp:txXfrm>
    </dsp:sp>
    <dsp:sp modelId="{255E7046-4A7B-479E-ABC7-523B865F205E}">
      <dsp:nvSpPr>
        <dsp:cNvPr id="0" name=""/>
        <dsp:cNvSpPr/>
      </dsp:nvSpPr>
      <dsp:spPr>
        <a:xfrm>
          <a:off x="1217414" y="1397001"/>
          <a:ext cx="3652242" cy="9158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228600" rIns="74085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Assign packages efficiently</a:t>
          </a:r>
        </a:p>
      </dsp:txBody>
      <dsp:txXfrm>
        <a:off x="1217414" y="1397001"/>
        <a:ext cx="3652242" cy="915855"/>
      </dsp:txXfrm>
    </dsp:sp>
    <dsp:sp modelId="{C60292AC-25F4-4F1F-9350-727AE1B87F56}">
      <dsp:nvSpPr>
        <dsp:cNvPr id="0" name=""/>
        <dsp:cNvSpPr/>
      </dsp:nvSpPr>
      <dsp:spPr>
        <a:xfrm rot="10800000">
          <a:off x="0" y="1735"/>
          <a:ext cx="1217414" cy="14090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582" tIns="149352" rIns="8658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</a:t>
          </a:r>
        </a:p>
      </dsp:txBody>
      <dsp:txXfrm rot="-10800000">
        <a:off x="0" y="1735"/>
        <a:ext cx="1217414" cy="915855"/>
      </dsp:txXfrm>
    </dsp:sp>
    <dsp:sp modelId="{F2C47974-5A75-4650-AE30-124547836654}">
      <dsp:nvSpPr>
        <dsp:cNvPr id="0" name=""/>
        <dsp:cNvSpPr/>
      </dsp:nvSpPr>
      <dsp:spPr>
        <a:xfrm>
          <a:off x="1217414" y="1735"/>
          <a:ext cx="3652242" cy="9158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085" tIns="228600" rIns="74085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real-time delivery optimization</a:t>
          </a:r>
        </a:p>
      </dsp:txBody>
      <dsp:txXfrm>
        <a:off x="1217414" y="1735"/>
        <a:ext cx="3652242" cy="9158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47730-19BD-4489-A7AF-A8187D5148C3}">
      <dsp:nvSpPr>
        <dsp:cNvPr id="0" name=""/>
        <dsp:cNvSpPr/>
      </dsp:nvSpPr>
      <dsp:spPr>
        <a:xfrm>
          <a:off x="1355840" y="2079"/>
          <a:ext cx="2080410" cy="1248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Dynamic route optimization system</a:t>
          </a:r>
        </a:p>
      </dsp:txBody>
      <dsp:txXfrm>
        <a:off x="1392400" y="38639"/>
        <a:ext cx="2007290" cy="1175126"/>
      </dsp:txXfrm>
    </dsp:sp>
    <dsp:sp modelId="{CB38A1D6-AAC7-4B96-B251-440A57FFC210}">
      <dsp:nvSpPr>
        <dsp:cNvPr id="0" name=""/>
        <dsp:cNvSpPr/>
      </dsp:nvSpPr>
      <dsp:spPr>
        <a:xfrm>
          <a:off x="3619327" y="368231"/>
          <a:ext cx="441047" cy="5159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619327" y="471419"/>
        <a:ext cx="308733" cy="309565"/>
      </dsp:txXfrm>
    </dsp:sp>
    <dsp:sp modelId="{36132C14-5BED-44D3-84AF-F103EA12CBD9}">
      <dsp:nvSpPr>
        <dsp:cNvPr id="0" name=""/>
        <dsp:cNvSpPr/>
      </dsp:nvSpPr>
      <dsp:spPr>
        <a:xfrm>
          <a:off x="4268415" y="2079"/>
          <a:ext cx="2080410" cy="1248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Uses real-time traffic data</a:t>
          </a:r>
        </a:p>
      </dsp:txBody>
      <dsp:txXfrm>
        <a:off x="4304975" y="38639"/>
        <a:ext cx="2007290" cy="1175126"/>
      </dsp:txXfrm>
    </dsp:sp>
    <dsp:sp modelId="{8B730F66-2CBB-415C-ABB1-46B2C3C999B3}">
      <dsp:nvSpPr>
        <dsp:cNvPr id="0" name=""/>
        <dsp:cNvSpPr/>
      </dsp:nvSpPr>
      <dsp:spPr>
        <a:xfrm rot="5400000">
          <a:off x="5088097" y="1395954"/>
          <a:ext cx="441047" cy="5159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5153838" y="1433401"/>
        <a:ext cx="309565" cy="308733"/>
      </dsp:txXfrm>
    </dsp:sp>
    <dsp:sp modelId="{0429BE81-2571-4FBA-A091-763C12D48B2F}">
      <dsp:nvSpPr>
        <dsp:cNvPr id="0" name=""/>
        <dsp:cNvSpPr/>
      </dsp:nvSpPr>
      <dsp:spPr>
        <a:xfrm>
          <a:off x="4268415" y="2082490"/>
          <a:ext cx="2080410" cy="1248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Priority-based delivery</a:t>
          </a:r>
        </a:p>
      </dsp:txBody>
      <dsp:txXfrm>
        <a:off x="4304975" y="2119050"/>
        <a:ext cx="2007290" cy="1175126"/>
      </dsp:txXfrm>
    </dsp:sp>
    <dsp:sp modelId="{F9282DF6-36D8-473B-9EB5-569012712D21}">
      <dsp:nvSpPr>
        <dsp:cNvPr id="0" name=""/>
        <dsp:cNvSpPr/>
      </dsp:nvSpPr>
      <dsp:spPr>
        <a:xfrm rot="10800000">
          <a:off x="3644292" y="2448642"/>
          <a:ext cx="441047" cy="5159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3776606" y="2551830"/>
        <a:ext cx="308733" cy="309565"/>
      </dsp:txXfrm>
    </dsp:sp>
    <dsp:sp modelId="{0595893A-3965-4F56-8171-6574BC92D1CF}">
      <dsp:nvSpPr>
        <dsp:cNvPr id="0" name=""/>
        <dsp:cNvSpPr/>
      </dsp:nvSpPr>
      <dsp:spPr>
        <a:xfrm>
          <a:off x="1355840" y="2082490"/>
          <a:ext cx="2080410" cy="1248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Optimized routes generation</a:t>
          </a:r>
        </a:p>
      </dsp:txBody>
      <dsp:txXfrm>
        <a:off x="1392400" y="2119050"/>
        <a:ext cx="2007290" cy="11751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45B1E-6967-430C-A78D-6048A221801E}">
      <dsp:nvSpPr>
        <dsp:cNvPr id="0" name=""/>
        <dsp:cNvSpPr/>
      </dsp:nvSpPr>
      <dsp:spPr>
        <a:xfrm>
          <a:off x="651530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974A2-5852-437A-8AFB-059CB7EE2D66}">
      <dsp:nvSpPr>
        <dsp:cNvPr id="0" name=""/>
        <dsp:cNvSpPr/>
      </dsp:nvSpPr>
      <dsp:spPr>
        <a:xfrm>
          <a:off x="61883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Express – Urgent</a:t>
          </a:r>
        </a:p>
      </dsp:txBody>
      <dsp:txXfrm>
        <a:off x="61883" y="1819450"/>
        <a:ext cx="2144171" cy="720000"/>
      </dsp:txXfrm>
    </dsp:sp>
    <dsp:sp modelId="{1090A14E-84A8-4E12-856D-CEC83BE14168}">
      <dsp:nvSpPr>
        <dsp:cNvPr id="0" name=""/>
        <dsp:cNvSpPr/>
      </dsp:nvSpPr>
      <dsp:spPr>
        <a:xfrm>
          <a:off x="3170931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EBEF8-55E1-4775-B90E-7867E2BFBF1E}">
      <dsp:nvSpPr>
        <dsp:cNvPr id="0" name=""/>
        <dsp:cNvSpPr/>
      </dsp:nvSpPr>
      <dsp:spPr>
        <a:xfrm>
          <a:off x="2581284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Standard – Normal</a:t>
          </a:r>
        </a:p>
      </dsp:txBody>
      <dsp:txXfrm>
        <a:off x="2581284" y="1819450"/>
        <a:ext cx="2144171" cy="720000"/>
      </dsp:txXfrm>
    </dsp:sp>
    <dsp:sp modelId="{71428D2B-1979-45E7-9842-DDCB31F18138}">
      <dsp:nvSpPr>
        <dsp:cNvPr id="0" name=""/>
        <dsp:cNvSpPr/>
      </dsp:nvSpPr>
      <dsp:spPr>
        <a:xfrm>
          <a:off x="5690332" y="557187"/>
          <a:ext cx="964877" cy="964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15CA9-5F37-4F26-BB02-FFC063C3AE1D}">
      <dsp:nvSpPr>
        <dsp:cNvPr id="0" name=""/>
        <dsp:cNvSpPr/>
      </dsp:nvSpPr>
      <dsp:spPr>
        <a:xfrm>
          <a:off x="5100685" y="1819450"/>
          <a:ext cx="21441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Economy – Flexible</a:t>
          </a:r>
        </a:p>
      </dsp:txBody>
      <dsp:txXfrm>
        <a:off x="5100685" y="1819450"/>
        <a:ext cx="2144171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298DF-7F6E-488F-80A0-86D5BA1A296F}">
      <dsp:nvSpPr>
        <dsp:cNvPr id="0" name=""/>
        <dsp:cNvSpPr/>
      </dsp:nvSpPr>
      <dsp:spPr>
        <a:xfrm>
          <a:off x="677718" y="1160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19951-7BD2-426C-91B5-A0E2DFA15244}">
      <dsp:nvSpPr>
        <dsp:cNvPr id="0" name=""/>
        <dsp:cNvSpPr/>
      </dsp:nvSpPr>
      <dsp:spPr>
        <a:xfrm>
          <a:off x="933656" y="267543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46E67-1865-4AF6-92E4-6C74BFC72611}">
      <dsp:nvSpPr>
        <dsp:cNvPr id="0" name=""/>
        <dsp:cNvSpPr/>
      </dsp:nvSpPr>
      <dsp:spPr>
        <a:xfrm>
          <a:off x="293812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Actual road distance</a:t>
          </a:r>
        </a:p>
      </dsp:txBody>
      <dsp:txXfrm>
        <a:off x="293812" y="1586606"/>
        <a:ext cx="1968750" cy="720000"/>
      </dsp:txXfrm>
    </dsp:sp>
    <dsp:sp modelId="{85BBC456-2CC3-44D8-884E-69E3D341553A}">
      <dsp:nvSpPr>
        <dsp:cNvPr id="0" name=""/>
        <dsp:cNvSpPr/>
      </dsp:nvSpPr>
      <dsp:spPr>
        <a:xfrm>
          <a:off x="2990999" y="1160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648EF-2F0C-4E78-9534-654123C6F91C}">
      <dsp:nvSpPr>
        <dsp:cNvPr id="0" name=""/>
        <dsp:cNvSpPr/>
      </dsp:nvSpPr>
      <dsp:spPr>
        <a:xfrm>
          <a:off x="3246937" y="267543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71C1E-980E-4669-BA69-B37BD7CADA43}">
      <dsp:nvSpPr>
        <dsp:cNvPr id="0" name=""/>
        <dsp:cNvSpPr/>
      </dsp:nvSpPr>
      <dsp:spPr>
        <a:xfrm>
          <a:off x="2607093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Traffic-aware ETA</a:t>
          </a:r>
        </a:p>
      </dsp:txBody>
      <dsp:txXfrm>
        <a:off x="2607093" y="1586606"/>
        <a:ext cx="1968750" cy="720000"/>
      </dsp:txXfrm>
    </dsp:sp>
    <dsp:sp modelId="{42F55A9D-F2A0-4895-9799-EDADE0AD21D2}">
      <dsp:nvSpPr>
        <dsp:cNvPr id="0" name=""/>
        <dsp:cNvSpPr/>
      </dsp:nvSpPr>
      <dsp:spPr>
        <a:xfrm>
          <a:off x="1834359" y="2798793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0B2D0-D374-446D-9F43-A7FBBD15D44E}">
      <dsp:nvSpPr>
        <dsp:cNvPr id="0" name=""/>
        <dsp:cNvSpPr/>
      </dsp:nvSpPr>
      <dsp:spPr>
        <a:xfrm>
          <a:off x="2090296" y="3054731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24DF1-53C0-4875-9201-BB9F8B6F6C20}">
      <dsp:nvSpPr>
        <dsp:cNvPr id="0" name=""/>
        <dsp:cNvSpPr/>
      </dsp:nvSpPr>
      <dsp:spPr>
        <a:xfrm>
          <a:off x="1450453" y="437379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Travel time estimation</a:t>
          </a:r>
        </a:p>
      </dsp:txBody>
      <dsp:txXfrm>
        <a:off x="1450453" y="4373793"/>
        <a:ext cx="196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14909-6894-4CFC-ABD6-9996C85FC7E3}">
      <dsp:nvSpPr>
        <dsp:cNvPr id="0" name=""/>
        <dsp:cNvSpPr/>
      </dsp:nvSpPr>
      <dsp:spPr>
        <a:xfrm>
          <a:off x="317103" y="580115"/>
          <a:ext cx="984339" cy="9843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A051-1E2C-483A-A5F3-2155199BE3F1}">
      <dsp:nvSpPr>
        <dsp:cNvPr id="0" name=""/>
        <dsp:cNvSpPr/>
      </dsp:nvSpPr>
      <dsp:spPr>
        <a:xfrm>
          <a:off x="526880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CAD6A-CD99-44A7-8FF8-17F9945C848F}">
      <dsp:nvSpPr>
        <dsp:cNvPr id="0" name=""/>
        <dsp:cNvSpPr/>
      </dsp:nvSpPr>
      <dsp:spPr>
        <a:xfrm>
          <a:off x="2437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Group by priority</a:t>
          </a:r>
        </a:p>
      </dsp:txBody>
      <dsp:txXfrm>
        <a:off x="2437" y="1871053"/>
        <a:ext cx="1613671" cy="645468"/>
      </dsp:txXfrm>
    </dsp:sp>
    <dsp:sp modelId="{407ECCA9-892E-47D9-9A81-4A06AF96212E}">
      <dsp:nvSpPr>
        <dsp:cNvPr id="0" name=""/>
        <dsp:cNvSpPr/>
      </dsp:nvSpPr>
      <dsp:spPr>
        <a:xfrm>
          <a:off x="2213167" y="580115"/>
          <a:ext cx="984339" cy="9843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E320C-8FD4-4565-9BBF-9D5B27C654B2}">
      <dsp:nvSpPr>
        <dsp:cNvPr id="0" name=""/>
        <dsp:cNvSpPr/>
      </dsp:nvSpPr>
      <dsp:spPr>
        <a:xfrm>
          <a:off x="2422945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7FA20-D2E6-4804-A379-874AF39E085D}">
      <dsp:nvSpPr>
        <dsp:cNvPr id="0" name=""/>
        <dsp:cNvSpPr/>
      </dsp:nvSpPr>
      <dsp:spPr>
        <a:xfrm>
          <a:off x="1898501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Calculate travel time</a:t>
          </a:r>
        </a:p>
      </dsp:txBody>
      <dsp:txXfrm>
        <a:off x="1898501" y="1871053"/>
        <a:ext cx="1613671" cy="645468"/>
      </dsp:txXfrm>
    </dsp:sp>
    <dsp:sp modelId="{9724880B-A767-49B9-A11D-0CED2371E7CE}">
      <dsp:nvSpPr>
        <dsp:cNvPr id="0" name=""/>
        <dsp:cNvSpPr/>
      </dsp:nvSpPr>
      <dsp:spPr>
        <a:xfrm>
          <a:off x="4109232" y="580115"/>
          <a:ext cx="984339" cy="9843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F2D53-D033-4297-A511-D84D114D9153}">
      <dsp:nvSpPr>
        <dsp:cNvPr id="0" name=""/>
        <dsp:cNvSpPr/>
      </dsp:nvSpPr>
      <dsp:spPr>
        <a:xfrm>
          <a:off x="4319009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43633-A906-46B3-98B2-B284A1B67270}">
      <dsp:nvSpPr>
        <dsp:cNvPr id="0" name=""/>
        <dsp:cNvSpPr/>
      </dsp:nvSpPr>
      <dsp:spPr>
        <a:xfrm>
          <a:off x="3794566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Assign deliveries</a:t>
          </a:r>
        </a:p>
      </dsp:txBody>
      <dsp:txXfrm>
        <a:off x="3794566" y="1871053"/>
        <a:ext cx="1613671" cy="645468"/>
      </dsp:txXfrm>
    </dsp:sp>
    <dsp:sp modelId="{558F5FA1-A504-4E4E-9E21-61C2496D0FEA}">
      <dsp:nvSpPr>
        <dsp:cNvPr id="0" name=""/>
        <dsp:cNvSpPr/>
      </dsp:nvSpPr>
      <dsp:spPr>
        <a:xfrm>
          <a:off x="6005296" y="580115"/>
          <a:ext cx="984339" cy="9843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4CFAD-B8E2-4A65-9E44-780DAD0DCEED}">
      <dsp:nvSpPr>
        <dsp:cNvPr id="0" name=""/>
        <dsp:cNvSpPr/>
      </dsp:nvSpPr>
      <dsp:spPr>
        <a:xfrm>
          <a:off x="6215074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9BB4F-3751-442B-BE66-8861CC3BC968}">
      <dsp:nvSpPr>
        <dsp:cNvPr id="0" name=""/>
        <dsp:cNvSpPr/>
      </dsp:nvSpPr>
      <dsp:spPr>
        <a:xfrm>
          <a:off x="5690630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Generate delivery sequence</a:t>
          </a:r>
        </a:p>
      </dsp:txBody>
      <dsp:txXfrm>
        <a:off x="5690630" y="1871053"/>
        <a:ext cx="1613671" cy="6454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E1F6D3-5641-4BFB-AD02-DC36584F8421}">
      <dsp:nvSpPr>
        <dsp:cNvPr id="0" name=""/>
        <dsp:cNvSpPr/>
      </dsp:nvSpPr>
      <dsp:spPr>
        <a:xfrm>
          <a:off x="446197" y="741394"/>
          <a:ext cx="726152" cy="726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375F7-E046-4807-97C6-3535F0F8840C}">
      <dsp:nvSpPr>
        <dsp:cNvPr id="0" name=""/>
        <dsp:cNvSpPr/>
      </dsp:nvSpPr>
      <dsp:spPr>
        <a:xfrm>
          <a:off x="2437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Handles large data</a:t>
          </a:r>
        </a:p>
      </dsp:txBody>
      <dsp:txXfrm>
        <a:off x="2437" y="1709774"/>
        <a:ext cx="1613671" cy="645468"/>
      </dsp:txXfrm>
    </dsp:sp>
    <dsp:sp modelId="{A6C2788E-43C4-47EA-94B1-890D990FAA40}">
      <dsp:nvSpPr>
        <dsp:cNvPr id="0" name=""/>
        <dsp:cNvSpPr/>
      </dsp:nvSpPr>
      <dsp:spPr>
        <a:xfrm>
          <a:off x="2342261" y="741394"/>
          <a:ext cx="726152" cy="726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E9E80-7807-4881-BFD0-5ECA7C689319}">
      <dsp:nvSpPr>
        <dsp:cNvPr id="0" name=""/>
        <dsp:cNvSpPr/>
      </dsp:nvSpPr>
      <dsp:spPr>
        <a:xfrm>
          <a:off x="1898501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Distributed computation</a:t>
          </a:r>
        </a:p>
      </dsp:txBody>
      <dsp:txXfrm>
        <a:off x="1898501" y="1709774"/>
        <a:ext cx="1613671" cy="645468"/>
      </dsp:txXfrm>
    </dsp:sp>
    <dsp:sp modelId="{A4A84EFE-6620-4DD7-B5F5-2744B65C944D}">
      <dsp:nvSpPr>
        <dsp:cNvPr id="0" name=""/>
        <dsp:cNvSpPr/>
      </dsp:nvSpPr>
      <dsp:spPr>
        <a:xfrm>
          <a:off x="4238326" y="741394"/>
          <a:ext cx="726152" cy="726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2C77F-74AF-43D8-A110-B79420100B6C}">
      <dsp:nvSpPr>
        <dsp:cNvPr id="0" name=""/>
        <dsp:cNvSpPr/>
      </dsp:nvSpPr>
      <dsp:spPr>
        <a:xfrm>
          <a:off x="3794566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API integration</a:t>
          </a:r>
        </a:p>
      </dsp:txBody>
      <dsp:txXfrm>
        <a:off x="3794566" y="1709774"/>
        <a:ext cx="1613671" cy="645468"/>
      </dsp:txXfrm>
    </dsp:sp>
    <dsp:sp modelId="{D58BFE73-C8E4-4C92-8C5C-8B8EAD037741}">
      <dsp:nvSpPr>
        <dsp:cNvPr id="0" name=""/>
        <dsp:cNvSpPr/>
      </dsp:nvSpPr>
      <dsp:spPr>
        <a:xfrm>
          <a:off x="6134390" y="741394"/>
          <a:ext cx="726152" cy="726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DB572-26E6-4046-A542-EA93CFD73C19}">
      <dsp:nvSpPr>
        <dsp:cNvPr id="0" name=""/>
        <dsp:cNvSpPr/>
      </dsp:nvSpPr>
      <dsp:spPr>
        <a:xfrm>
          <a:off x="5690630" y="1709774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Scalable solution</a:t>
          </a:r>
        </a:p>
      </dsp:txBody>
      <dsp:txXfrm>
        <a:off x="5690630" y="1709774"/>
        <a:ext cx="1613671" cy="6454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0A131-555F-411C-9E59-47B6D1680034}">
      <dsp:nvSpPr>
        <dsp:cNvPr id="0" name=""/>
        <dsp:cNvSpPr/>
      </dsp:nvSpPr>
      <dsp:spPr>
        <a:xfrm>
          <a:off x="317103" y="580115"/>
          <a:ext cx="984339" cy="9843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7DDAB-3E6B-4F6B-9548-72D388C3CFC6}">
      <dsp:nvSpPr>
        <dsp:cNvPr id="0" name=""/>
        <dsp:cNvSpPr/>
      </dsp:nvSpPr>
      <dsp:spPr>
        <a:xfrm>
          <a:off x="526880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54667-DA79-45CC-BD39-BBBC7D3A2F16}">
      <dsp:nvSpPr>
        <dsp:cNvPr id="0" name=""/>
        <dsp:cNvSpPr/>
      </dsp:nvSpPr>
      <dsp:spPr>
        <a:xfrm>
          <a:off x="2437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Optimized routes</a:t>
          </a:r>
        </a:p>
      </dsp:txBody>
      <dsp:txXfrm>
        <a:off x="2437" y="1871053"/>
        <a:ext cx="1613671" cy="645468"/>
      </dsp:txXfrm>
    </dsp:sp>
    <dsp:sp modelId="{6D9133E9-8BF2-4DC9-9876-17A7A6F166CE}">
      <dsp:nvSpPr>
        <dsp:cNvPr id="0" name=""/>
        <dsp:cNvSpPr/>
      </dsp:nvSpPr>
      <dsp:spPr>
        <a:xfrm>
          <a:off x="2213167" y="580115"/>
          <a:ext cx="984339" cy="9843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C2519-2DDA-4B6B-A45B-BEC024C92DBA}">
      <dsp:nvSpPr>
        <dsp:cNvPr id="0" name=""/>
        <dsp:cNvSpPr/>
      </dsp:nvSpPr>
      <dsp:spPr>
        <a:xfrm>
          <a:off x="2422945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866C9-7866-4565-BE36-00FBA5063EA8}">
      <dsp:nvSpPr>
        <dsp:cNvPr id="0" name=""/>
        <dsp:cNvSpPr/>
      </dsp:nvSpPr>
      <dsp:spPr>
        <a:xfrm>
          <a:off x="1898501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Vehicle assignments</a:t>
          </a:r>
        </a:p>
      </dsp:txBody>
      <dsp:txXfrm>
        <a:off x="1898501" y="1871053"/>
        <a:ext cx="1613671" cy="645468"/>
      </dsp:txXfrm>
    </dsp:sp>
    <dsp:sp modelId="{36CB0B4A-7CBC-487A-860D-27E0034EA450}">
      <dsp:nvSpPr>
        <dsp:cNvPr id="0" name=""/>
        <dsp:cNvSpPr/>
      </dsp:nvSpPr>
      <dsp:spPr>
        <a:xfrm>
          <a:off x="4109232" y="580115"/>
          <a:ext cx="984339" cy="9843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82566-C35F-4622-938A-F929CDEC7AF7}">
      <dsp:nvSpPr>
        <dsp:cNvPr id="0" name=""/>
        <dsp:cNvSpPr/>
      </dsp:nvSpPr>
      <dsp:spPr>
        <a:xfrm>
          <a:off x="4319009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9ED6A-FC05-4457-9F64-3CAA77F8C052}">
      <dsp:nvSpPr>
        <dsp:cNvPr id="0" name=""/>
        <dsp:cNvSpPr/>
      </dsp:nvSpPr>
      <dsp:spPr>
        <a:xfrm>
          <a:off x="3794566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Priority scheduling</a:t>
          </a:r>
        </a:p>
      </dsp:txBody>
      <dsp:txXfrm>
        <a:off x="3794566" y="1871053"/>
        <a:ext cx="1613671" cy="645468"/>
      </dsp:txXfrm>
    </dsp:sp>
    <dsp:sp modelId="{E1B4D857-B96E-4CA4-9F7F-745D2C11412E}">
      <dsp:nvSpPr>
        <dsp:cNvPr id="0" name=""/>
        <dsp:cNvSpPr/>
      </dsp:nvSpPr>
      <dsp:spPr>
        <a:xfrm>
          <a:off x="6005296" y="580115"/>
          <a:ext cx="984339" cy="9843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E5099-DB56-4B2E-86E3-0CEB81D36E67}">
      <dsp:nvSpPr>
        <dsp:cNvPr id="0" name=""/>
        <dsp:cNvSpPr/>
      </dsp:nvSpPr>
      <dsp:spPr>
        <a:xfrm>
          <a:off x="6215074" y="789893"/>
          <a:ext cx="564785" cy="5647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FE75C-B5B2-4577-8DAB-E427DC8EDF9A}">
      <dsp:nvSpPr>
        <dsp:cNvPr id="0" name=""/>
        <dsp:cNvSpPr/>
      </dsp:nvSpPr>
      <dsp:spPr>
        <a:xfrm>
          <a:off x="5690630" y="1871053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Reduced delays</a:t>
          </a:r>
        </a:p>
      </dsp:txBody>
      <dsp:txXfrm>
        <a:off x="5690630" y="1871053"/>
        <a:ext cx="1613671" cy="6454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92467-D0EC-4588-B4B4-F41A99CA79D5}">
      <dsp:nvSpPr>
        <dsp:cNvPr id="0" name=""/>
        <dsp:cNvSpPr/>
      </dsp:nvSpPr>
      <dsp:spPr>
        <a:xfrm>
          <a:off x="0" y="2118"/>
          <a:ext cx="4869656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C2C95-D97C-4711-94ED-ACE7BE2F7247}">
      <dsp:nvSpPr>
        <dsp:cNvPr id="0" name=""/>
        <dsp:cNvSpPr/>
      </dsp:nvSpPr>
      <dsp:spPr>
        <a:xfrm>
          <a:off x="324863" y="243752"/>
          <a:ext cx="590660" cy="590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18FE6-23BB-460D-944D-583D33D32476}">
      <dsp:nvSpPr>
        <dsp:cNvPr id="0" name=""/>
        <dsp:cNvSpPr/>
      </dsp:nvSpPr>
      <dsp:spPr>
        <a:xfrm>
          <a:off x="1240387" y="2118"/>
          <a:ext cx="3629268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Faster delivery</a:t>
          </a:r>
        </a:p>
      </dsp:txBody>
      <dsp:txXfrm>
        <a:off x="1240387" y="2118"/>
        <a:ext cx="3629268" cy="1073928"/>
      </dsp:txXfrm>
    </dsp:sp>
    <dsp:sp modelId="{7FE20C6C-E369-4629-AACF-86218FC228FD}">
      <dsp:nvSpPr>
        <dsp:cNvPr id="0" name=""/>
        <dsp:cNvSpPr/>
      </dsp:nvSpPr>
      <dsp:spPr>
        <a:xfrm>
          <a:off x="0" y="1344530"/>
          <a:ext cx="4869656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77A5E-D6E9-40C3-A790-EFC50BD16D3A}">
      <dsp:nvSpPr>
        <dsp:cNvPr id="0" name=""/>
        <dsp:cNvSpPr/>
      </dsp:nvSpPr>
      <dsp:spPr>
        <a:xfrm>
          <a:off x="324863" y="1586164"/>
          <a:ext cx="590660" cy="590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C2268-2D9A-4BAE-8D53-E17453E91EFD}">
      <dsp:nvSpPr>
        <dsp:cNvPr id="0" name=""/>
        <dsp:cNvSpPr/>
      </dsp:nvSpPr>
      <dsp:spPr>
        <a:xfrm>
          <a:off x="1240387" y="1344530"/>
          <a:ext cx="3629268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Reduced fuel cost</a:t>
          </a:r>
        </a:p>
      </dsp:txBody>
      <dsp:txXfrm>
        <a:off x="1240387" y="1344530"/>
        <a:ext cx="3629268" cy="1073928"/>
      </dsp:txXfrm>
    </dsp:sp>
    <dsp:sp modelId="{C6395BCA-45A3-4BC3-A920-575D2C7A075D}">
      <dsp:nvSpPr>
        <dsp:cNvPr id="0" name=""/>
        <dsp:cNvSpPr/>
      </dsp:nvSpPr>
      <dsp:spPr>
        <a:xfrm>
          <a:off x="0" y="2686941"/>
          <a:ext cx="4869656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DBF66-19F8-4811-99D9-8123AC326120}">
      <dsp:nvSpPr>
        <dsp:cNvPr id="0" name=""/>
        <dsp:cNvSpPr/>
      </dsp:nvSpPr>
      <dsp:spPr>
        <a:xfrm>
          <a:off x="324863" y="2928575"/>
          <a:ext cx="590660" cy="590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1C567-6ACC-4CBD-B2BE-BB325BBE25E5}">
      <dsp:nvSpPr>
        <dsp:cNvPr id="0" name=""/>
        <dsp:cNvSpPr/>
      </dsp:nvSpPr>
      <dsp:spPr>
        <a:xfrm>
          <a:off x="1240387" y="2686941"/>
          <a:ext cx="3629268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customer satisfaction</a:t>
          </a:r>
        </a:p>
      </dsp:txBody>
      <dsp:txXfrm>
        <a:off x="1240387" y="2686941"/>
        <a:ext cx="3629268" cy="1073928"/>
      </dsp:txXfrm>
    </dsp:sp>
    <dsp:sp modelId="{F3A34EC7-01E2-4666-8F06-13E0BA79BB1D}">
      <dsp:nvSpPr>
        <dsp:cNvPr id="0" name=""/>
        <dsp:cNvSpPr/>
      </dsp:nvSpPr>
      <dsp:spPr>
        <a:xfrm>
          <a:off x="0" y="4029352"/>
          <a:ext cx="4869656" cy="10739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51230-1F87-44A4-AC65-7B27A4040F1F}">
      <dsp:nvSpPr>
        <dsp:cNvPr id="0" name=""/>
        <dsp:cNvSpPr/>
      </dsp:nvSpPr>
      <dsp:spPr>
        <a:xfrm>
          <a:off x="324863" y="4270986"/>
          <a:ext cx="590660" cy="590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30A25-47F4-4F2F-88F0-63FE72F62ACC}">
      <dsp:nvSpPr>
        <dsp:cNvPr id="0" name=""/>
        <dsp:cNvSpPr/>
      </dsp:nvSpPr>
      <dsp:spPr>
        <a:xfrm>
          <a:off x="1240387" y="4029352"/>
          <a:ext cx="3629268" cy="1073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57" tIns="113657" rIns="113657" bIns="1136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Efficient vehicle usage</a:t>
          </a:r>
        </a:p>
      </dsp:txBody>
      <dsp:txXfrm>
        <a:off x="1240387" y="4029352"/>
        <a:ext cx="3629268" cy="10739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71530-E554-477B-B4CE-B6FDA0DA5103}">
      <dsp:nvSpPr>
        <dsp:cNvPr id="0" name=""/>
        <dsp:cNvSpPr/>
      </dsp:nvSpPr>
      <dsp:spPr>
        <a:xfrm>
          <a:off x="885" y="1560827"/>
          <a:ext cx="2222516" cy="14446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Surya Teja Anupindi</a:t>
          </a:r>
        </a:p>
      </dsp:txBody>
      <dsp:txXfrm>
        <a:off x="71406" y="1631348"/>
        <a:ext cx="2081474" cy="1303593"/>
      </dsp:txXfrm>
    </dsp:sp>
    <dsp:sp modelId="{64CE4D81-CE87-46EC-88D9-15471934DF9B}">
      <dsp:nvSpPr>
        <dsp:cNvPr id="0" name=""/>
        <dsp:cNvSpPr/>
      </dsp:nvSpPr>
      <dsp:spPr>
        <a:xfrm>
          <a:off x="1112143" y="1056279"/>
          <a:ext cx="2453732" cy="2453732"/>
        </a:xfrm>
        <a:custGeom>
          <a:avLst/>
          <a:gdLst/>
          <a:ahLst/>
          <a:cxnLst/>
          <a:rect l="0" t="0" r="0" b="0"/>
          <a:pathLst>
            <a:path>
              <a:moveTo>
                <a:pt x="246978" y="488611"/>
              </a:moveTo>
              <a:arcTo wR="1226866" hR="1226866" stAng="13019678" swAng="6360644"/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32201-E181-4A7C-A6F9-5422044288C6}">
      <dsp:nvSpPr>
        <dsp:cNvPr id="0" name=""/>
        <dsp:cNvSpPr/>
      </dsp:nvSpPr>
      <dsp:spPr>
        <a:xfrm>
          <a:off x="2454617" y="1560827"/>
          <a:ext cx="2222516" cy="14446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Shesha Sarayu Udugula</a:t>
          </a:r>
        </a:p>
      </dsp:txBody>
      <dsp:txXfrm>
        <a:off x="2525138" y="1631348"/>
        <a:ext cx="2081474" cy="1303593"/>
      </dsp:txXfrm>
    </dsp:sp>
    <dsp:sp modelId="{B33A6346-68E9-45AD-AE09-563D9DE934FD}">
      <dsp:nvSpPr>
        <dsp:cNvPr id="0" name=""/>
        <dsp:cNvSpPr/>
      </dsp:nvSpPr>
      <dsp:spPr>
        <a:xfrm>
          <a:off x="1112143" y="1056279"/>
          <a:ext cx="2453732" cy="2453732"/>
        </a:xfrm>
        <a:custGeom>
          <a:avLst/>
          <a:gdLst/>
          <a:ahLst/>
          <a:cxnLst/>
          <a:rect l="0" t="0" r="0" b="0"/>
          <a:pathLst>
            <a:path>
              <a:moveTo>
                <a:pt x="2206754" y="1965120"/>
              </a:moveTo>
              <a:arcTo wR="1226866" hR="1226866" stAng="2219678" swAng="6360644"/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3194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6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53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3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0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0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82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09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55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08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81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18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9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1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338" y="1380068"/>
            <a:ext cx="4071324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200"/>
              <a:t>Delivery Route Optimizer with Real-Time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679" y="3996267"/>
            <a:ext cx="3397983" cy="113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Azure Databricks-Based Smart Logistics System</a:t>
            </a:r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996D95F1-E9A5-62EB-06C5-4836C0C36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07" r="37060"/>
          <a:stretch>
            <a:fillRect/>
          </a:stretch>
        </p:blipFill>
        <p:spPr>
          <a:xfrm>
            <a:off x="6095998" y="10"/>
            <a:ext cx="30480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000000"/>
                </a:solidFill>
              </a:rPr>
              <a:t>Problem Statement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026BF-F282-56CC-D9B0-3A1111B05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518060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Project Objective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8AACE-FB98-CF2A-8C67-6517B6AD8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806593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974A77-78ED-E38D-1FB2-E396DB1A5F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2133" y="2667000"/>
          <a:ext cx="7704667" cy="3332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76" y="1261872"/>
            <a:ext cx="2359152" cy="4334256"/>
          </a:xfrm>
        </p:spPr>
        <p:txBody>
          <a:bodyPr>
            <a:normAutofit/>
          </a:bodyPr>
          <a:lstStyle/>
          <a:p>
            <a:pPr algn="r"/>
            <a:r>
              <a:rPr lang="en-IN" sz="3100"/>
              <a:t>Technologies Used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r>
              <a:rPr lang="en-IN" sz="1700"/>
              <a:t>Azure Databricks</a:t>
            </a:r>
          </a:p>
          <a:p>
            <a:r>
              <a:rPr lang="en-IN" sz="1700"/>
              <a:t>Apache Spark</a:t>
            </a:r>
          </a:p>
          <a:p>
            <a:r>
              <a:rPr lang="en-IN" sz="1700"/>
              <a:t>Python</a:t>
            </a:r>
          </a:p>
          <a:p>
            <a:r>
              <a:rPr lang="en-IN" sz="1700"/>
              <a:t>Google Maps API</a:t>
            </a:r>
          </a:p>
          <a:p>
            <a:r>
              <a:rPr lang="en-IN" sz="1700"/>
              <a:t>Plotly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76" y="1261872"/>
            <a:ext cx="2359152" cy="4334256"/>
          </a:xfrm>
        </p:spPr>
        <p:txBody>
          <a:bodyPr>
            <a:normAutofit/>
          </a:bodyPr>
          <a:lstStyle/>
          <a:p>
            <a:pPr algn="r"/>
            <a:r>
              <a:rPr lang="en-IN" sz="3100"/>
              <a:t>System Architecture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r>
              <a:rPr lang="en-US" sz="1700"/>
              <a:t>Input Delivery Data</a:t>
            </a:r>
          </a:p>
          <a:p>
            <a:r>
              <a:rPr lang="en-US" sz="1700"/>
              <a:t>Spark Processing</a:t>
            </a:r>
          </a:p>
          <a:p>
            <a:r>
              <a:rPr lang="en-US" sz="1700"/>
              <a:t>Priority Classification</a:t>
            </a:r>
          </a:p>
          <a:p>
            <a:r>
              <a:rPr lang="en-US" sz="1700"/>
              <a:t>Real-Time Distance Calculation</a:t>
            </a:r>
          </a:p>
          <a:p>
            <a:r>
              <a:rPr lang="en-US" sz="1700"/>
              <a:t>Route Optimization</a:t>
            </a:r>
          </a:p>
          <a:p>
            <a:r>
              <a:rPr lang="en-US" sz="1700"/>
              <a:t>Vehicle Assignment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34E12-D47C-D5AC-5E58-091FD1079C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8456" r="2543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39099"/>
            <a:ext cx="2735620" cy="4965833"/>
          </a:xfrm>
        </p:spPr>
        <p:txBody>
          <a:bodyPr>
            <a:normAutofit/>
          </a:bodyPr>
          <a:lstStyle/>
          <a:p>
            <a:pPr algn="r"/>
            <a:r>
              <a:t>Data Model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53" y="639099"/>
            <a:ext cx="4943510" cy="4965833"/>
          </a:xfrm>
        </p:spPr>
        <p:txBody>
          <a:bodyPr>
            <a:normAutofit/>
          </a:bodyPr>
          <a:lstStyle/>
          <a:p>
            <a:r>
              <a:t>Location (Lat, Lon)</a:t>
            </a:r>
          </a:p>
          <a:p>
            <a:r>
              <a:t>Priority Level</a:t>
            </a:r>
          </a:p>
          <a:p>
            <a:r>
              <a:t>Weight</a:t>
            </a:r>
          </a:p>
          <a:p>
            <a:r>
              <a:t>Volume</a:t>
            </a:r>
          </a:p>
          <a:p>
            <a:r>
              <a:t>Delivery Time Window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Delivery Priority Levels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AEE00B-5EB0-8D24-F06D-841A58941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430942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arge truck on a highway">
            <a:extLst>
              <a:ext uri="{FF2B5EF4-FFF2-40B4-BE49-F238E27FC236}">
                <a16:creationId xmlns:a16="http://schemas.microsoft.com/office/drawing/2014/main" id="{3EC1DDA1-6347-7142-5988-4C077BAB39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1133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3" y="685800"/>
            <a:ext cx="7514035" cy="1752599"/>
          </a:xfrm>
        </p:spPr>
        <p:txBody>
          <a:bodyPr anchor="b">
            <a:normAutofit/>
          </a:bodyPr>
          <a:lstStyle/>
          <a:p>
            <a:pPr algn="l"/>
            <a:r>
              <a:t>Vehicle Types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051" y="2666999"/>
            <a:ext cx="7675216" cy="3124201"/>
          </a:xfrm>
        </p:spPr>
        <p:txBody>
          <a:bodyPr anchor="t">
            <a:normAutofit/>
          </a:bodyPr>
          <a:lstStyle/>
          <a:p>
            <a:r>
              <a:t>Cars</a:t>
            </a:r>
          </a:p>
          <a:p>
            <a:r>
              <a:t>Trucks</a:t>
            </a:r>
          </a:p>
          <a:p>
            <a:r>
              <a:t>Vans</a:t>
            </a:r>
          </a:p>
          <a:p>
            <a:r>
              <a:t>Motorcycles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Real-Time Intelligence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C2E938-4831-FA44-A8E0-674E7EB47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02923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Optimization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BC6AA2-F7D8-BBE8-A223-2B14326CE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049071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Role of Azure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1B9DC9-2A01-E8E8-2CB6-D98B497C9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4520828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t>System Output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08BF53-EFC9-46EE-E483-B3E9F2140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5838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Benefits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01F6D6-D987-7D44-39A4-CAA4353073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06757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elivery drone carrying a package inside a warehouse">
            <a:extLst>
              <a:ext uri="{FF2B5EF4-FFF2-40B4-BE49-F238E27FC236}">
                <a16:creationId xmlns:a16="http://schemas.microsoft.com/office/drawing/2014/main" id="{471F012C-3DB6-D7B8-2558-B86ADC46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1" r="31752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t>Applications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r>
              <a:rPr lang="en-US" sz="1700"/>
              <a:t>E-commerce logistics</a:t>
            </a:r>
          </a:p>
          <a:p>
            <a:r>
              <a:rPr lang="en-US" sz="1700"/>
              <a:t>Food delivery</a:t>
            </a:r>
          </a:p>
          <a:p>
            <a:r>
              <a:rPr lang="en-US" sz="1700"/>
              <a:t>Courier services</a:t>
            </a:r>
          </a:p>
          <a:p>
            <a:r>
              <a:rPr lang="en-US" sz="1700"/>
              <a:t>Emergency supply routing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2B935-268C-F521-F85C-BE51A19E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15" r="27702" b="-1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t>Future Enhancements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r>
              <a:rPr lang="en-US" sz="1700"/>
              <a:t>Live GPS tracking</a:t>
            </a:r>
          </a:p>
          <a:p>
            <a:r>
              <a:rPr lang="en-US" sz="1700"/>
              <a:t>Weather-based routing</a:t>
            </a:r>
          </a:p>
          <a:p>
            <a:r>
              <a:rPr lang="en-US" sz="1700"/>
              <a:t>AI demand prediction</a:t>
            </a:r>
          </a:p>
          <a:p>
            <a:r>
              <a:rPr lang="en-US" sz="1700"/>
              <a:t>Autonomous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 descr="Cargo shipping containers in a pile and on a semi-truck at a harbor">
            <a:extLst>
              <a:ext uri="{FF2B5EF4-FFF2-40B4-BE49-F238E27FC236}">
                <a16:creationId xmlns:a16="http://schemas.microsoft.com/office/drawing/2014/main" id="{4467E5F6-0C3F-5AC3-5059-2210D47A92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6300" y="1380068"/>
            <a:ext cx="6430967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532" y="3996267"/>
            <a:ext cx="5240734" cy="13885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100"/>
              <a:t>Transforms static logistics into smart dynamic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092D16-14DA-4606-831F-0DB3EEECB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1806E72-5EFD-4407-B492-2EBC71FF5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A81CA3B-9A2E-4F71-BF99-2C58BA76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D00EF4F3-D70F-44D5-A71C-69C3FA0D2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CC930FA-FD42-4EF1-A9AB-0F9C3023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18F276C-D13F-46CF-9880-2050C2DBF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AB50995-FA10-4035-B16D-7D3989B2B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A58F14-71F9-22B0-7C3B-33AD6034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000000"/>
                </a:solidFill>
              </a:rPr>
              <a:t>Thank You</a:t>
            </a:r>
          </a:p>
        </p:txBody>
      </p:sp>
      <p:sp useBgFill="1">
        <p:nvSpPr>
          <p:cNvPr id="27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A0E810B-8A34-E030-2274-950369E4A1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62873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1887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7335FA-4ADF-4282-ABE9-E22B4B0CF85C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106</TotalTime>
  <Words>218</Words>
  <Application>Microsoft Office PowerPoint</Application>
  <PresentationFormat>On-screen Show (4:3)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Corbel</vt:lpstr>
      <vt:lpstr>Parallax</vt:lpstr>
      <vt:lpstr>Delivery Route Optimizer with Real-Time Constraints</vt:lpstr>
      <vt:lpstr>Problem Statement</vt:lpstr>
      <vt:lpstr>Project Objective</vt:lpstr>
      <vt:lpstr>Proposed Solution</vt:lpstr>
      <vt:lpstr>Technologies Used</vt:lpstr>
      <vt:lpstr>System Architecture</vt:lpstr>
      <vt:lpstr>Data Model</vt:lpstr>
      <vt:lpstr>Delivery Priority Levels</vt:lpstr>
      <vt:lpstr>Vehicle Types</vt:lpstr>
      <vt:lpstr>Real-Time Intelligence</vt:lpstr>
      <vt:lpstr>Optimization Logic</vt:lpstr>
      <vt:lpstr>Role of Azure Databricks</vt:lpstr>
      <vt:lpstr>System Output</vt:lpstr>
      <vt:lpstr>Benefits</vt:lpstr>
      <vt:lpstr>Applications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Teja</cp:lastModifiedBy>
  <cp:revision>4</cp:revision>
  <dcterms:created xsi:type="dcterms:W3CDTF">2013-01-27T09:14:16Z</dcterms:created>
  <dcterms:modified xsi:type="dcterms:W3CDTF">2026-02-27T03:28:14Z</dcterms:modified>
  <cp:category/>
</cp:coreProperties>
</file>